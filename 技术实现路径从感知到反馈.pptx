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Group 5"/>
          <p:cNvGrpSpPr/>
          <p:nvPr/>
        </p:nvGrpSpPr>
        <p:grpSpPr>
          <a:xfrm>
            <a:off x="2987040" y="1635601"/>
            <a:ext cx="1584960" cy="495300"/>
            <a:chOff x="495300" y="1089660"/>
            <a:chExt cx="1584960" cy="495300"/>
          </a:xfrm>
        </p:grpSpPr>
        <p:sp>
          <p:nvSpPr>
            <p:cNvPr id="2" name="Rounded Rectangle 1"/>
            <p:cNvSpPr/>
            <p:nvPr/>
          </p:nvSpPr>
          <p:spPr>
            <a:xfrm>
              <a:off x="495300" y="1089660"/>
              <a:ext cx="1584960" cy="495300"/>
            </a:xfrm>
            <a:custGeom>
              <a:avLst/>
              <a:gdLst/>
              <a:ahLst/>
              <a:cxnLst/>
              <a:rect l="0" t="0" r="0" b="0"/>
              <a:pathLst>
                <a:path w="1584960" h="495300">
                  <a:moveTo>
                    <a:pt x="1584960" y="148590"/>
                  </a:moveTo>
                  <a:cubicBezTo>
                    <a:pt x="1584960" y="66527"/>
                    <a:pt x="1230151" y="0"/>
                    <a:pt x="792480" y="0"/>
                  </a:cubicBezTo>
                  <a:cubicBezTo>
                    <a:pt x="354808" y="0"/>
                    <a:pt x="0" y="66527"/>
                    <a:pt x="0" y="148590"/>
                  </a:cubicBezTo>
                  <a:cubicBezTo>
                    <a:pt x="0" y="287067"/>
                    <a:pt x="0" y="208232"/>
                    <a:pt x="0" y="346710"/>
                  </a:cubicBezTo>
                  <a:cubicBezTo>
                    <a:pt x="0" y="428772"/>
                    <a:pt x="354808" y="495300"/>
                    <a:pt x="792480" y="495300"/>
                  </a:cubicBezTo>
                  <a:cubicBezTo>
                    <a:pt x="1230151" y="495300"/>
                    <a:pt x="1584960" y="428772"/>
                    <a:pt x="1584960" y="346710"/>
                  </a:cubicBezTo>
                  <a:cubicBezTo>
                    <a:pt x="1584960" y="208232"/>
                    <a:pt x="1584960" y="287067"/>
                    <a:pt x="1584960" y="148590"/>
                  </a:cubicBezTo>
                </a:path>
              </a:pathLst>
            </a:custGeom>
            <a:gradFill rotWithShape="1">
              <a:gsLst>
                <a:gs pos="0">
                  <a:srgbClr val="ECECEC"/>
                </a:gs>
                <a:gs pos="100000">
                  <a:srgbClr val="D7D7D7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95300" y="1089660"/>
              <a:ext cx="1584960" cy="297180"/>
            </a:xfrm>
            <a:custGeom>
              <a:avLst/>
              <a:gdLst/>
              <a:ahLst/>
              <a:cxnLst/>
              <a:rect l="0" t="0" r="0" b="0"/>
              <a:pathLst>
                <a:path w="1584960" h="297180">
                  <a:moveTo>
                    <a:pt x="0" y="148590"/>
                  </a:moveTo>
                  <a:cubicBezTo>
                    <a:pt x="0" y="230652"/>
                    <a:pt x="354808" y="297180"/>
                    <a:pt x="792480" y="297180"/>
                  </a:cubicBezTo>
                  <a:cubicBezTo>
                    <a:pt x="1230151" y="297180"/>
                    <a:pt x="1584960" y="230652"/>
                    <a:pt x="1584960" y="148590"/>
                  </a:cubicBezTo>
                  <a:cubicBezTo>
                    <a:pt x="1584960" y="66527"/>
                    <a:pt x="1230151" y="0"/>
                    <a:pt x="792480" y="0"/>
                  </a:cubicBezTo>
                  <a:cubicBezTo>
                    <a:pt x="354808" y="0"/>
                    <a:pt x="0" y="66527"/>
                    <a:pt x="0" y="148590"/>
                  </a:cubicBezTo>
                </a:path>
              </a:pathLst>
            </a:custGeom>
            <a:gradFill rotWithShape="1">
              <a:gsLst>
                <a:gs pos="0">
                  <a:srgbClr val="ECECEC"/>
                </a:gs>
                <a:gs pos="100000">
                  <a:srgbClr val="D7D7D7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990600" y="1089660"/>
              <a:ext cx="594360" cy="206375"/>
            </a:xfrm>
            <a:custGeom>
              <a:avLst/>
              <a:gdLst/>
              <a:ahLst/>
              <a:cxnLst/>
              <a:rect l="0" t="0" r="0" b="0"/>
              <a:pathLst>
                <a:path w="594360" h="206375">
                  <a:moveTo>
                    <a:pt x="0" y="148590"/>
                  </a:moveTo>
                  <a:cubicBezTo>
                    <a:pt x="0" y="180503"/>
                    <a:pt x="133054" y="206375"/>
                    <a:pt x="297180" y="206375"/>
                  </a:cubicBezTo>
                  <a:cubicBezTo>
                    <a:pt x="461305" y="206375"/>
                    <a:pt x="594360" y="180503"/>
                    <a:pt x="594360" y="148590"/>
                  </a:cubicBezTo>
                  <a:lnTo>
                    <a:pt x="594360" y="57785"/>
                  </a:lnTo>
                  <a:cubicBezTo>
                    <a:pt x="594360" y="25871"/>
                    <a:pt x="461305" y="0"/>
                    <a:pt x="297180" y="0"/>
                  </a:cubicBezTo>
                  <a:cubicBezTo>
                    <a:pt x="133054" y="0"/>
                    <a:pt x="0" y="25871"/>
                    <a:pt x="0" y="57785"/>
                  </a:cubicBezTo>
                  <a:lnTo>
                    <a:pt x="0" y="148590"/>
                  </a:lnTo>
                </a:path>
              </a:pathLst>
            </a:custGeom>
            <a:gradFill rotWithShape="1">
              <a:gsLst>
                <a:gs pos="0">
                  <a:srgbClr val="ECECEC"/>
                </a:gs>
                <a:gs pos="100000">
                  <a:srgbClr val="D7D7D7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90600" y="1089660"/>
              <a:ext cx="594360" cy="115570"/>
            </a:xfrm>
            <a:custGeom>
              <a:avLst/>
              <a:gdLst/>
              <a:ahLst/>
              <a:cxnLst/>
              <a:rect l="0" t="0" r="0" b="0"/>
              <a:pathLst>
                <a:path w="594360" h="115570">
                  <a:moveTo>
                    <a:pt x="594360" y="57785"/>
                  </a:moveTo>
                  <a:cubicBezTo>
                    <a:pt x="594360" y="25871"/>
                    <a:pt x="461305" y="0"/>
                    <a:pt x="297180" y="0"/>
                  </a:cubicBezTo>
                  <a:cubicBezTo>
                    <a:pt x="133054" y="0"/>
                    <a:pt x="0" y="25871"/>
                    <a:pt x="0" y="57785"/>
                  </a:cubicBezTo>
                  <a:cubicBezTo>
                    <a:pt x="0" y="89698"/>
                    <a:pt x="133054" y="115570"/>
                    <a:pt x="297180" y="115570"/>
                  </a:cubicBezTo>
                  <a:cubicBezTo>
                    <a:pt x="461305" y="115570"/>
                    <a:pt x="594360" y="89698"/>
                    <a:pt x="594360" y="57785"/>
                  </a:cubicBezTo>
                </a:path>
              </a:pathLst>
            </a:custGeom>
            <a:gradFill rotWithShape="1">
              <a:gsLst>
                <a:gs pos="0">
                  <a:srgbClr val="ECECEC"/>
                </a:gs>
                <a:gs pos="100000">
                  <a:srgbClr val="D7D7D7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987040" y="1635601"/>
            <a:ext cx="1584960" cy="495300"/>
            <a:chOff x="495300" y="1089660"/>
            <a:chExt cx="1584960" cy="495300"/>
          </a:xfrm>
        </p:grpSpPr>
        <p:sp>
          <p:nvSpPr>
            <p:cNvPr id="7" name="Rounded Rectangle 6"/>
            <p:cNvSpPr/>
            <p:nvPr/>
          </p:nvSpPr>
          <p:spPr>
            <a:xfrm>
              <a:off x="495300" y="1089660"/>
              <a:ext cx="1584960" cy="495300"/>
            </a:xfrm>
            <a:custGeom>
              <a:avLst/>
              <a:gdLst/>
              <a:ahLst/>
              <a:cxnLst/>
              <a:rect l="0" t="0" r="0" b="0"/>
              <a:pathLst>
                <a:path w="1584960" h="495300">
                  <a:moveTo>
                    <a:pt x="1584960" y="148590"/>
                  </a:moveTo>
                  <a:cubicBezTo>
                    <a:pt x="1584960" y="66526"/>
                    <a:pt x="1230154" y="0"/>
                    <a:pt x="792480" y="0"/>
                  </a:cubicBezTo>
                  <a:cubicBezTo>
                    <a:pt x="354805" y="0"/>
                    <a:pt x="0" y="66526"/>
                    <a:pt x="0" y="148590"/>
                  </a:cubicBezTo>
                  <a:cubicBezTo>
                    <a:pt x="0" y="287067"/>
                    <a:pt x="0" y="208232"/>
                    <a:pt x="0" y="346710"/>
                  </a:cubicBezTo>
                  <a:cubicBezTo>
                    <a:pt x="0" y="428773"/>
                    <a:pt x="354805" y="495300"/>
                    <a:pt x="792480" y="495300"/>
                  </a:cubicBezTo>
                  <a:cubicBezTo>
                    <a:pt x="1230154" y="495300"/>
                    <a:pt x="1584960" y="428773"/>
                    <a:pt x="1584960" y="346710"/>
                  </a:cubicBezTo>
                  <a:cubicBezTo>
                    <a:pt x="1584960" y="208232"/>
                    <a:pt x="1584960" y="287067"/>
                    <a:pt x="1584960" y="148590"/>
                  </a:cubicBezTo>
                  <a:close/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95300" y="1089660"/>
              <a:ext cx="1584960" cy="297180"/>
            </a:xfrm>
            <a:custGeom>
              <a:avLst/>
              <a:gdLst/>
              <a:ahLst/>
              <a:cxnLst/>
              <a:rect l="0" t="0" r="0" b="0"/>
              <a:pathLst>
                <a:path w="1584960" h="297180">
                  <a:moveTo>
                    <a:pt x="0" y="148590"/>
                  </a:moveTo>
                  <a:cubicBezTo>
                    <a:pt x="0" y="230653"/>
                    <a:pt x="354805" y="297180"/>
                    <a:pt x="792480" y="297180"/>
                  </a:cubicBezTo>
                  <a:cubicBezTo>
                    <a:pt x="1230154" y="297180"/>
                    <a:pt x="1584960" y="230653"/>
                    <a:pt x="1584960" y="148590"/>
                  </a:cubicBezTo>
                  <a:cubicBezTo>
                    <a:pt x="1584960" y="66526"/>
                    <a:pt x="1230154" y="0"/>
                    <a:pt x="792480" y="0"/>
                  </a:cubicBezTo>
                  <a:cubicBezTo>
                    <a:pt x="354805" y="0"/>
                    <a:pt x="0" y="66526"/>
                    <a:pt x="0" y="148590"/>
                  </a:cubicBezTo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90600" y="1089660"/>
              <a:ext cx="594360" cy="206375"/>
            </a:xfrm>
            <a:custGeom>
              <a:avLst/>
              <a:gdLst/>
              <a:ahLst/>
              <a:cxnLst/>
              <a:rect l="0" t="0" r="0" b="0"/>
              <a:pathLst>
                <a:path w="594360" h="206375">
                  <a:moveTo>
                    <a:pt x="0" y="148590"/>
                  </a:moveTo>
                  <a:cubicBezTo>
                    <a:pt x="0" y="180503"/>
                    <a:pt x="133051" y="206375"/>
                    <a:pt x="297180" y="206375"/>
                  </a:cubicBezTo>
                  <a:cubicBezTo>
                    <a:pt x="461308" y="206375"/>
                    <a:pt x="594360" y="180503"/>
                    <a:pt x="594360" y="148590"/>
                  </a:cubicBezTo>
                  <a:lnTo>
                    <a:pt x="594360" y="57785"/>
                  </a:lnTo>
                  <a:cubicBezTo>
                    <a:pt x="594360" y="25871"/>
                    <a:pt x="461308" y="0"/>
                    <a:pt x="297180" y="0"/>
                  </a:cubicBezTo>
                  <a:cubicBezTo>
                    <a:pt x="133051" y="0"/>
                    <a:pt x="0" y="25871"/>
                    <a:pt x="0" y="57785"/>
                  </a:cubicBezTo>
                  <a:lnTo>
                    <a:pt x="0" y="148590"/>
                  </a:lnTo>
                  <a:close/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90600" y="1089660"/>
              <a:ext cx="594360" cy="115570"/>
            </a:xfrm>
            <a:custGeom>
              <a:avLst/>
              <a:gdLst/>
              <a:ahLst/>
              <a:cxnLst/>
              <a:rect l="0" t="0" r="0" b="0"/>
              <a:pathLst>
                <a:path w="594360" h="115570">
                  <a:moveTo>
                    <a:pt x="594360" y="57785"/>
                  </a:moveTo>
                  <a:cubicBezTo>
                    <a:pt x="594360" y="25871"/>
                    <a:pt x="461308" y="0"/>
                    <a:pt x="297180" y="0"/>
                  </a:cubicBezTo>
                  <a:cubicBezTo>
                    <a:pt x="133051" y="0"/>
                    <a:pt x="0" y="25871"/>
                    <a:pt x="0" y="57785"/>
                  </a:cubicBezTo>
                  <a:cubicBezTo>
                    <a:pt x="0" y="89698"/>
                    <a:pt x="133051" y="115570"/>
                    <a:pt x="297180" y="115570"/>
                  </a:cubicBezTo>
                  <a:cubicBezTo>
                    <a:pt x="461308" y="115570"/>
                    <a:pt x="594360" y="89698"/>
                    <a:pt x="594360" y="57785"/>
                  </a:cubicBezTo>
                  <a:close/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987040" y="1982311"/>
            <a:ext cx="1584960" cy="1040130"/>
          </a:xfrm>
          <a:custGeom>
            <a:avLst/>
            <a:gdLst/>
            <a:ahLst/>
            <a:cxnLst/>
            <a:rect l="0" t="0" r="0" b="0"/>
            <a:pathLst>
              <a:path w="1584960" h="1040130">
                <a:moveTo>
                  <a:pt x="0" y="891540"/>
                </a:moveTo>
                <a:cubicBezTo>
                  <a:pt x="0" y="973602"/>
                  <a:pt x="354808" y="1040130"/>
                  <a:pt x="792480" y="1040130"/>
                </a:cubicBezTo>
                <a:cubicBezTo>
                  <a:pt x="1230151" y="1040130"/>
                  <a:pt x="1584960" y="973602"/>
                  <a:pt x="1584960" y="891540"/>
                </a:cubicBezTo>
                <a:lnTo>
                  <a:pt x="1584960" y="0"/>
                </a:lnTo>
                <a:cubicBezTo>
                  <a:pt x="1584960" y="82062"/>
                  <a:pt x="1230151" y="148590"/>
                  <a:pt x="792480" y="148590"/>
                </a:cubicBezTo>
                <a:cubicBezTo>
                  <a:pt x="354808" y="148590"/>
                  <a:pt x="0" y="82062"/>
                  <a:pt x="0" y="0"/>
                </a:cubicBezTo>
                <a:lnTo>
                  <a:pt x="0" y="891540"/>
                </a:lnTo>
              </a:path>
            </a:pathLst>
          </a:custGeom>
          <a:gradFill rotWithShape="1">
            <a:gsLst>
              <a:gs pos="0">
                <a:srgbClr val="83FAC1"/>
              </a:gs>
              <a:gs pos="100000">
                <a:srgbClr val="44E09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87040" y="1982311"/>
            <a:ext cx="1584960" cy="1040130"/>
          </a:xfrm>
          <a:custGeom>
            <a:avLst/>
            <a:gdLst/>
            <a:ahLst/>
            <a:cxnLst/>
            <a:rect l="0" t="0" r="0" b="0"/>
            <a:pathLst>
              <a:path w="1584960" h="1040130">
                <a:moveTo>
                  <a:pt x="1584960" y="495300"/>
                </a:moveTo>
                <a:lnTo>
                  <a:pt x="1584960" y="396240"/>
                </a:lnTo>
                <a:moveTo>
                  <a:pt x="0" y="495300"/>
                </a:moveTo>
                <a:lnTo>
                  <a:pt x="0" y="396240"/>
                </a:lnTo>
                <a:moveTo>
                  <a:pt x="0" y="495300"/>
                </a:moveTo>
                <a:lnTo>
                  <a:pt x="0" y="891540"/>
                </a:lnTo>
                <a:cubicBezTo>
                  <a:pt x="0" y="973603"/>
                  <a:pt x="354805" y="1040130"/>
                  <a:pt x="792480" y="1040130"/>
                </a:cubicBezTo>
                <a:cubicBezTo>
                  <a:pt x="1230154" y="1040130"/>
                  <a:pt x="1584960" y="973603"/>
                  <a:pt x="1584960" y="891540"/>
                </a:cubicBezTo>
                <a:lnTo>
                  <a:pt x="1584960" y="495300"/>
                </a:lnTo>
                <a:moveTo>
                  <a:pt x="0" y="396240"/>
                </a:moveTo>
                <a:lnTo>
                  <a:pt x="0" y="0"/>
                </a:lnTo>
                <a:cubicBezTo>
                  <a:pt x="0" y="82063"/>
                  <a:pt x="354805" y="148590"/>
                  <a:pt x="792480" y="148590"/>
                </a:cubicBezTo>
                <a:cubicBezTo>
                  <a:pt x="1230154" y="148590"/>
                  <a:pt x="1584960" y="82063"/>
                  <a:pt x="1584960" y="0"/>
                </a:cubicBezTo>
                <a:lnTo>
                  <a:pt x="1584960" y="396240"/>
                </a:lnTo>
              </a:path>
            </a:pathLst>
          </a:custGeom>
          <a:noFill/>
          <a:ln w="1238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982311"/>
            <a:ext cx="1584960" cy="891540"/>
          </a:xfrm>
          <a:custGeom>
            <a:avLst/>
            <a:gdLst/>
            <a:ahLst/>
            <a:cxnLst/>
            <a:rect l="0" t="0" r="0" b="0"/>
            <a:pathLst>
              <a:path w="1584960" h="891540">
                <a:moveTo>
                  <a:pt x="1584960" y="891540"/>
                </a:moveTo>
                <a:lnTo>
                  <a:pt x="0" y="891540"/>
                </a:lnTo>
                <a:lnTo>
                  <a:pt x="0" y="396240"/>
                </a:lnTo>
                <a:cubicBezTo>
                  <a:pt x="0" y="177399"/>
                  <a:pt x="0" y="0"/>
                  <a:pt x="0" y="0"/>
                </a:cubicBezTo>
                <a:lnTo>
                  <a:pt x="1584960" y="0"/>
                </a:lnTo>
                <a:lnTo>
                  <a:pt x="1584960" y="891540"/>
                </a:lnTo>
              </a:path>
            </a:pathLst>
          </a:custGeom>
          <a:gradFill rotWithShape="1">
            <a:gsLst>
              <a:gs pos="0">
                <a:srgbClr val="83FAC1"/>
              </a:gs>
              <a:gs pos="100000">
                <a:srgbClr val="44E09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982311"/>
            <a:ext cx="1584960" cy="891540"/>
          </a:xfrm>
          <a:custGeom>
            <a:avLst/>
            <a:gdLst/>
            <a:ahLst/>
            <a:cxnLst/>
            <a:rect l="0" t="0" r="0" b="0"/>
            <a:pathLst>
              <a:path w="1584960" h="891540">
                <a:moveTo>
                  <a:pt x="1584960" y="396240"/>
                </a:moveTo>
                <a:lnTo>
                  <a:pt x="1584960" y="0"/>
                </a:lnTo>
                <a:lnTo>
                  <a:pt x="0" y="0"/>
                </a:lnTo>
                <a:lnTo>
                  <a:pt x="0" y="396239"/>
                </a:lnTo>
                <a:moveTo>
                  <a:pt x="1584960" y="495300"/>
                </a:moveTo>
                <a:lnTo>
                  <a:pt x="1584960" y="396240"/>
                </a:lnTo>
                <a:moveTo>
                  <a:pt x="0" y="495300"/>
                </a:moveTo>
                <a:lnTo>
                  <a:pt x="0" y="396240"/>
                </a:lnTo>
                <a:moveTo>
                  <a:pt x="0" y="495300"/>
                </a:moveTo>
                <a:lnTo>
                  <a:pt x="0" y="891540"/>
                </a:lnTo>
                <a:lnTo>
                  <a:pt x="1584960" y="891540"/>
                </a:lnTo>
                <a:lnTo>
                  <a:pt x="1584960" y="495300"/>
                </a:lnTo>
              </a:path>
            </a:pathLst>
          </a:custGeom>
          <a:noFill/>
          <a:ln w="1238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87040" y="2873851"/>
            <a:ext cx="1584960" cy="1040130"/>
          </a:xfrm>
          <a:custGeom>
            <a:avLst/>
            <a:gdLst/>
            <a:ahLst/>
            <a:cxnLst/>
            <a:rect l="0" t="0" r="0" b="0"/>
            <a:pathLst>
              <a:path w="1584960" h="1040130">
                <a:moveTo>
                  <a:pt x="0" y="891540"/>
                </a:moveTo>
                <a:cubicBezTo>
                  <a:pt x="0" y="973602"/>
                  <a:pt x="354808" y="1040130"/>
                  <a:pt x="792480" y="1040130"/>
                </a:cubicBezTo>
                <a:cubicBezTo>
                  <a:pt x="1230151" y="1040130"/>
                  <a:pt x="1584960" y="973602"/>
                  <a:pt x="1584960" y="891540"/>
                </a:cubicBezTo>
                <a:lnTo>
                  <a:pt x="1584960" y="0"/>
                </a:lnTo>
                <a:cubicBezTo>
                  <a:pt x="1584960" y="82062"/>
                  <a:pt x="1230151" y="148590"/>
                  <a:pt x="792480" y="148590"/>
                </a:cubicBezTo>
                <a:cubicBezTo>
                  <a:pt x="354808" y="148590"/>
                  <a:pt x="0" y="82062"/>
                  <a:pt x="0" y="0"/>
                </a:cubicBezTo>
                <a:lnTo>
                  <a:pt x="0" y="891540"/>
                </a:lnTo>
              </a:path>
            </a:pathLst>
          </a:custGeom>
          <a:gradFill rotWithShape="1">
            <a:gsLst>
              <a:gs pos="0">
                <a:srgbClr val="FFA6A3"/>
              </a:gs>
              <a:gs pos="100000">
                <a:srgbClr val="FD6A6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87040" y="2873851"/>
            <a:ext cx="1584960" cy="1040130"/>
          </a:xfrm>
          <a:custGeom>
            <a:avLst/>
            <a:gdLst/>
            <a:ahLst/>
            <a:cxnLst/>
            <a:rect l="0" t="0" r="0" b="0"/>
            <a:pathLst>
              <a:path w="1584960" h="1040130">
                <a:moveTo>
                  <a:pt x="1584960" y="495300"/>
                </a:moveTo>
                <a:lnTo>
                  <a:pt x="1584960" y="396240"/>
                </a:lnTo>
                <a:moveTo>
                  <a:pt x="0" y="495300"/>
                </a:moveTo>
                <a:lnTo>
                  <a:pt x="0" y="396240"/>
                </a:lnTo>
                <a:moveTo>
                  <a:pt x="0" y="495300"/>
                </a:moveTo>
                <a:lnTo>
                  <a:pt x="0" y="891540"/>
                </a:lnTo>
                <a:cubicBezTo>
                  <a:pt x="0" y="973603"/>
                  <a:pt x="354805" y="1040130"/>
                  <a:pt x="792480" y="1040130"/>
                </a:cubicBezTo>
                <a:cubicBezTo>
                  <a:pt x="1230154" y="1040130"/>
                  <a:pt x="1584960" y="973603"/>
                  <a:pt x="1584960" y="891540"/>
                </a:cubicBezTo>
                <a:lnTo>
                  <a:pt x="1584960" y="495300"/>
                </a:lnTo>
                <a:moveTo>
                  <a:pt x="0" y="396240"/>
                </a:moveTo>
                <a:lnTo>
                  <a:pt x="0" y="0"/>
                </a:lnTo>
                <a:cubicBezTo>
                  <a:pt x="0" y="82063"/>
                  <a:pt x="354805" y="148590"/>
                  <a:pt x="792480" y="148590"/>
                </a:cubicBezTo>
                <a:cubicBezTo>
                  <a:pt x="1230154" y="148590"/>
                  <a:pt x="1584960" y="82063"/>
                  <a:pt x="1584960" y="0"/>
                </a:cubicBezTo>
                <a:lnTo>
                  <a:pt x="1584960" y="396240"/>
                </a:lnTo>
              </a:path>
            </a:pathLst>
          </a:custGeom>
          <a:noFill/>
          <a:ln w="1238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2873851"/>
            <a:ext cx="1584960" cy="891540"/>
          </a:xfrm>
          <a:custGeom>
            <a:avLst/>
            <a:gdLst/>
            <a:ahLst/>
            <a:cxnLst/>
            <a:rect l="0" t="0" r="0" b="0"/>
            <a:pathLst>
              <a:path w="1584960" h="891540">
                <a:moveTo>
                  <a:pt x="1584960" y="891540"/>
                </a:moveTo>
                <a:lnTo>
                  <a:pt x="0" y="891540"/>
                </a:lnTo>
                <a:lnTo>
                  <a:pt x="0" y="396240"/>
                </a:lnTo>
                <a:cubicBezTo>
                  <a:pt x="0" y="177399"/>
                  <a:pt x="0" y="0"/>
                  <a:pt x="0" y="0"/>
                </a:cubicBezTo>
                <a:lnTo>
                  <a:pt x="1584960" y="0"/>
                </a:lnTo>
                <a:lnTo>
                  <a:pt x="1584960" y="891540"/>
                </a:lnTo>
              </a:path>
            </a:pathLst>
          </a:custGeom>
          <a:gradFill rotWithShape="1">
            <a:gsLst>
              <a:gs pos="0">
                <a:srgbClr val="FFA6A3"/>
              </a:gs>
              <a:gs pos="100000">
                <a:srgbClr val="FD6A6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2873851"/>
            <a:ext cx="1584960" cy="891540"/>
          </a:xfrm>
          <a:custGeom>
            <a:avLst/>
            <a:gdLst/>
            <a:ahLst/>
            <a:cxnLst/>
            <a:rect l="0" t="0" r="0" b="0"/>
            <a:pathLst>
              <a:path w="1584960" h="891540">
                <a:moveTo>
                  <a:pt x="1584960" y="396240"/>
                </a:moveTo>
                <a:lnTo>
                  <a:pt x="1584960" y="0"/>
                </a:lnTo>
                <a:lnTo>
                  <a:pt x="0" y="0"/>
                </a:lnTo>
                <a:lnTo>
                  <a:pt x="0" y="396239"/>
                </a:lnTo>
                <a:moveTo>
                  <a:pt x="1584960" y="495300"/>
                </a:moveTo>
                <a:lnTo>
                  <a:pt x="1584960" y="396240"/>
                </a:lnTo>
                <a:moveTo>
                  <a:pt x="0" y="495300"/>
                </a:moveTo>
                <a:lnTo>
                  <a:pt x="0" y="396240"/>
                </a:lnTo>
                <a:moveTo>
                  <a:pt x="0" y="495300"/>
                </a:moveTo>
                <a:lnTo>
                  <a:pt x="0" y="891540"/>
                </a:lnTo>
                <a:lnTo>
                  <a:pt x="1584960" y="891540"/>
                </a:lnTo>
                <a:lnTo>
                  <a:pt x="1584960" y="495300"/>
                </a:lnTo>
              </a:path>
            </a:pathLst>
          </a:custGeom>
          <a:noFill/>
          <a:ln w="1238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87040" y="3765391"/>
            <a:ext cx="1584960" cy="1040130"/>
          </a:xfrm>
          <a:custGeom>
            <a:avLst/>
            <a:gdLst/>
            <a:ahLst/>
            <a:cxnLst/>
            <a:rect l="0" t="0" r="0" b="0"/>
            <a:pathLst>
              <a:path w="1584960" h="1040130">
                <a:moveTo>
                  <a:pt x="0" y="891540"/>
                </a:moveTo>
                <a:cubicBezTo>
                  <a:pt x="0" y="973602"/>
                  <a:pt x="354808" y="1040130"/>
                  <a:pt x="792480" y="1040130"/>
                </a:cubicBezTo>
                <a:cubicBezTo>
                  <a:pt x="1230151" y="1040130"/>
                  <a:pt x="1584960" y="973602"/>
                  <a:pt x="1584960" y="891540"/>
                </a:cubicBezTo>
                <a:lnTo>
                  <a:pt x="1584960" y="0"/>
                </a:lnTo>
                <a:cubicBezTo>
                  <a:pt x="1584960" y="82062"/>
                  <a:pt x="1230151" y="148590"/>
                  <a:pt x="792480" y="148590"/>
                </a:cubicBezTo>
                <a:cubicBezTo>
                  <a:pt x="354808" y="148590"/>
                  <a:pt x="0" y="82062"/>
                  <a:pt x="0" y="0"/>
                </a:cubicBezTo>
                <a:lnTo>
                  <a:pt x="0" y="891540"/>
                </a:lnTo>
              </a:path>
            </a:pathLst>
          </a:custGeom>
          <a:gradFill rotWithShape="1">
            <a:gsLst>
              <a:gs pos="0">
                <a:srgbClr val="FFBF84"/>
              </a:gs>
              <a:gs pos="100000">
                <a:srgbClr val="F99539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87040" y="3765391"/>
            <a:ext cx="1584960" cy="1040130"/>
          </a:xfrm>
          <a:custGeom>
            <a:avLst/>
            <a:gdLst/>
            <a:ahLst/>
            <a:cxnLst/>
            <a:rect l="0" t="0" r="0" b="0"/>
            <a:pathLst>
              <a:path w="1584960" h="1040130">
                <a:moveTo>
                  <a:pt x="1584960" y="495300"/>
                </a:moveTo>
                <a:lnTo>
                  <a:pt x="1584960" y="396240"/>
                </a:lnTo>
                <a:moveTo>
                  <a:pt x="0" y="495300"/>
                </a:moveTo>
                <a:lnTo>
                  <a:pt x="0" y="396240"/>
                </a:lnTo>
                <a:moveTo>
                  <a:pt x="0" y="495300"/>
                </a:moveTo>
                <a:lnTo>
                  <a:pt x="0" y="891540"/>
                </a:lnTo>
                <a:cubicBezTo>
                  <a:pt x="0" y="973603"/>
                  <a:pt x="354805" y="1040130"/>
                  <a:pt x="792480" y="1040130"/>
                </a:cubicBezTo>
                <a:cubicBezTo>
                  <a:pt x="1230154" y="1040130"/>
                  <a:pt x="1584960" y="973603"/>
                  <a:pt x="1584960" y="891540"/>
                </a:cubicBezTo>
                <a:lnTo>
                  <a:pt x="1584960" y="495300"/>
                </a:lnTo>
                <a:moveTo>
                  <a:pt x="0" y="396240"/>
                </a:moveTo>
                <a:lnTo>
                  <a:pt x="0" y="0"/>
                </a:lnTo>
                <a:cubicBezTo>
                  <a:pt x="0" y="82063"/>
                  <a:pt x="354805" y="148590"/>
                  <a:pt x="792480" y="148590"/>
                </a:cubicBezTo>
                <a:cubicBezTo>
                  <a:pt x="1230154" y="148590"/>
                  <a:pt x="1584960" y="82063"/>
                  <a:pt x="1584960" y="0"/>
                </a:cubicBezTo>
                <a:lnTo>
                  <a:pt x="1584960" y="396240"/>
                </a:lnTo>
              </a:path>
            </a:pathLst>
          </a:custGeom>
          <a:noFill/>
          <a:ln w="1238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765391"/>
            <a:ext cx="1584960" cy="891540"/>
          </a:xfrm>
          <a:custGeom>
            <a:avLst/>
            <a:gdLst/>
            <a:ahLst/>
            <a:cxnLst/>
            <a:rect l="0" t="0" r="0" b="0"/>
            <a:pathLst>
              <a:path w="1584960" h="891540">
                <a:moveTo>
                  <a:pt x="1584960" y="891540"/>
                </a:moveTo>
                <a:lnTo>
                  <a:pt x="0" y="891540"/>
                </a:lnTo>
                <a:lnTo>
                  <a:pt x="0" y="396240"/>
                </a:lnTo>
                <a:cubicBezTo>
                  <a:pt x="0" y="177399"/>
                  <a:pt x="0" y="0"/>
                  <a:pt x="0" y="0"/>
                </a:cubicBezTo>
                <a:lnTo>
                  <a:pt x="1584960" y="0"/>
                </a:lnTo>
                <a:lnTo>
                  <a:pt x="1584960" y="891540"/>
                </a:lnTo>
              </a:path>
            </a:pathLst>
          </a:custGeom>
          <a:gradFill rotWithShape="1">
            <a:gsLst>
              <a:gs pos="0">
                <a:srgbClr val="FFBF84"/>
              </a:gs>
              <a:gs pos="100000">
                <a:srgbClr val="F99539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0" y="3765391"/>
            <a:ext cx="1584960" cy="891540"/>
          </a:xfrm>
          <a:custGeom>
            <a:avLst/>
            <a:gdLst/>
            <a:ahLst/>
            <a:cxnLst/>
            <a:rect l="0" t="0" r="0" b="0"/>
            <a:pathLst>
              <a:path w="1584960" h="891540">
                <a:moveTo>
                  <a:pt x="1584960" y="396240"/>
                </a:moveTo>
                <a:lnTo>
                  <a:pt x="1584960" y="0"/>
                </a:lnTo>
                <a:lnTo>
                  <a:pt x="0" y="0"/>
                </a:lnTo>
                <a:lnTo>
                  <a:pt x="0" y="396239"/>
                </a:lnTo>
                <a:moveTo>
                  <a:pt x="1584960" y="495300"/>
                </a:moveTo>
                <a:lnTo>
                  <a:pt x="1584960" y="396240"/>
                </a:lnTo>
                <a:moveTo>
                  <a:pt x="0" y="495300"/>
                </a:moveTo>
                <a:lnTo>
                  <a:pt x="0" y="396240"/>
                </a:lnTo>
                <a:moveTo>
                  <a:pt x="0" y="495300"/>
                </a:moveTo>
                <a:lnTo>
                  <a:pt x="0" y="891540"/>
                </a:lnTo>
                <a:lnTo>
                  <a:pt x="1584960" y="891540"/>
                </a:lnTo>
                <a:lnTo>
                  <a:pt x="1584960" y="495300"/>
                </a:lnTo>
              </a:path>
            </a:pathLst>
          </a:custGeom>
          <a:noFill/>
          <a:ln w="1238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87040" y="4656931"/>
            <a:ext cx="1584960" cy="1040130"/>
          </a:xfrm>
          <a:custGeom>
            <a:avLst/>
            <a:gdLst/>
            <a:ahLst/>
            <a:cxnLst/>
            <a:rect l="0" t="0" r="0" b="0"/>
            <a:pathLst>
              <a:path w="1584960" h="1040130">
                <a:moveTo>
                  <a:pt x="0" y="891540"/>
                </a:moveTo>
                <a:cubicBezTo>
                  <a:pt x="0" y="973602"/>
                  <a:pt x="354808" y="1040130"/>
                  <a:pt x="792480" y="1040130"/>
                </a:cubicBezTo>
                <a:cubicBezTo>
                  <a:pt x="1230151" y="1040130"/>
                  <a:pt x="1584960" y="973602"/>
                  <a:pt x="1584960" y="891540"/>
                </a:cubicBezTo>
                <a:lnTo>
                  <a:pt x="1584960" y="0"/>
                </a:lnTo>
                <a:cubicBezTo>
                  <a:pt x="1584960" y="82062"/>
                  <a:pt x="1230151" y="148590"/>
                  <a:pt x="792480" y="148590"/>
                </a:cubicBezTo>
                <a:cubicBezTo>
                  <a:pt x="354808" y="148590"/>
                  <a:pt x="0" y="82062"/>
                  <a:pt x="0" y="0"/>
                </a:cubicBezTo>
                <a:lnTo>
                  <a:pt x="0" y="891540"/>
                </a:lnTo>
              </a:path>
            </a:pathLst>
          </a:custGeom>
          <a:gradFill rotWithShape="1">
            <a:gsLst>
              <a:gs pos="0">
                <a:srgbClr val="FFEF63"/>
              </a:gs>
              <a:gs pos="100000">
                <a:srgbClr val="FFE60A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87040" y="4656931"/>
            <a:ext cx="1584960" cy="1040130"/>
          </a:xfrm>
          <a:custGeom>
            <a:avLst/>
            <a:gdLst/>
            <a:ahLst/>
            <a:cxnLst/>
            <a:rect l="0" t="0" r="0" b="0"/>
            <a:pathLst>
              <a:path w="1584960" h="1040130">
                <a:moveTo>
                  <a:pt x="1584960" y="495300"/>
                </a:moveTo>
                <a:lnTo>
                  <a:pt x="1584960" y="396240"/>
                </a:lnTo>
                <a:moveTo>
                  <a:pt x="0" y="495300"/>
                </a:moveTo>
                <a:lnTo>
                  <a:pt x="0" y="396240"/>
                </a:lnTo>
                <a:moveTo>
                  <a:pt x="0" y="495300"/>
                </a:moveTo>
                <a:lnTo>
                  <a:pt x="0" y="891540"/>
                </a:lnTo>
                <a:cubicBezTo>
                  <a:pt x="0" y="973603"/>
                  <a:pt x="354805" y="1040130"/>
                  <a:pt x="792480" y="1040130"/>
                </a:cubicBezTo>
                <a:cubicBezTo>
                  <a:pt x="1230154" y="1040130"/>
                  <a:pt x="1584960" y="973603"/>
                  <a:pt x="1584960" y="891540"/>
                </a:cubicBezTo>
                <a:lnTo>
                  <a:pt x="1584960" y="495300"/>
                </a:lnTo>
                <a:moveTo>
                  <a:pt x="0" y="396240"/>
                </a:moveTo>
                <a:lnTo>
                  <a:pt x="0" y="0"/>
                </a:lnTo>
                <a:cubicBezTo>
                  <a:pt x="0" y="82063"/>
                  <a:pt x="354805" y="148590"/>
                  <a:pt x="792480" y="148590"/>
                </a:cubicBezTo>
                <a:cubicBezTo>
                  <a:pt x="1230154" y="148590"/>
                  <a:pt x="1584960" y="82063"/>
                  <a:pt x="1584960" y="0"/>
                </a:cubicBezTo>
                <a:lnTo>
                  <a:pt x="1584960" y="396240"/>
                </a:lnTo>
              </a:path>
            </a:pathLst>
          </a:custGeom>
          <a:noFill/>
          <a:ln w="1238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4656931"/>
            <a:ext cx="1584960" cy="891540"/>
          </a:xfrm>
          <a:custGeom>
            <a:avLst/>
            <a:gdLst/>
            <a:ahLst/>
            <a:cxnLst/>
            <a:rect l="0" t="0" r="0" b="0"/>
            <a:pathLst>
              <a:path w="1584960" h="891540">
                <a:moveTo>
                  <a:pt x="1584960" y="891540"/>
                </a:moveTo>
                <a:lnTo>
                  <a:pt x="0" y="891540"/>
                </a:lnTo>
                <a:lnTo>
                  <a:pt x="0" y="396240"/>
                </a:lnTo>
                <a:cubicBezTo>
                  <a:pt x="0" y="177399"/>
                  <a:pt x="0" y="0"/>
                  <a:pt x="0" y="0"/>
                </a:cubicBezTo>
                <a:lnTo>
                  <a:pt x="1584960" y="0"/>
                </a:lnTo>
                <a:lnTo>
                  <a:pt x="1584960" y="891540"/>
                </a:lnTo>
              </a:path>
            </a:pathLst>
          </a:custGeom>
          <a:gradFill rotWithShape="1">
            <a:gsLst>
              <a:gs pos="0">
                <a:srgbClr val="FFEF63"/>
              </a:gs>
              <a:gs pos="100000">
                <a:srgbClr val="FFE60A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4656931"/>
            <a:ext cx="1584960" cy="891540"/>
          </a:xfrm>
          <a:custGeom>
            <a:avLst/>
            <a:gdLst/>
            <a:ahLst/>
            <a:cxnLst/>
            <a:rect l="0" t="0" r="0" b="0"/>
            <a:pathLst>
              <a:path w="1584960" h="891540">
                <a:moveTo>
                  <a:pt x="1584960" y="396240"/>
                </a:moveTo>
                <a:lnTo>
                  <a:pt x="1584960" y="0"/>
                </a:lnTo>
                <a:lnTo>
                  <a:pt x="0" y="0"/>
                </a:lnTo>
                <a:lnTo>
                  <a:pt x="0" y="396239"/>
                </a:lnTo>
                <a:moveTo>
                  <a:pt x="1584960" y="495300"/>
                </a:moveTo>
                <a:lnTo>
                  <a:pt x="1584960" y="396240"/>
                </a:lnTo>
                <a:moveTo>
                  <a:pt x="0" y="495300"/>
                </a:moveTo>
                <a:lnTo>
                  <a:pt x="0" y="396240"/>
                </a:lnTo>
                <a:moveTo>
                  <a:pt x="0" y="495300"/>
                </a:moveTo>
                <a:lnTo>
                  <a:pt x="0" y="891540"/>
                </a:lnTo>
                <a:lnTo>
                  <a:pt x="1584960" y="891540"/>
                </a:lnTo>
                <a:lnTo>
                  <a:pt x="1584960" y="495300"/>
                </a:lnTo>
              </a:path>
            </a:pathLst>
          </a:custGeom>
          <a:noFill/>
          <a:ln w="1238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87040" y="5548471"/>
            <a:ext cx="1584960" cy="346710"/>
          </a:xfrm>
          <a:custGeom>
            <a:avLst/>
            <a:gdLst/>
            <a:ahLst/>
            <a:cxnLst/>
            <a:rect l="0" t="0" r="0" b="0"/>
            <a:pathLst>
              <a:path w="1584960" h="346710">
                <a:moveTo>
                  <a:pt x="1584960" y="198120"/>
                </a:moveTo>
                <a:cubicBezTo>
                  <a:pt x="1584960" y="280182"/>
                  <a:pt x="1230151" y="346710"/>
                  <a:pt x="792480" y="346710"/>
                </a:cubicBezTo>
                <a:cubicBezTo>
                  <a:pt x="354808" y="346710"/>
                  <a:pt x="0" y="280182"/>
                  <a:pt x="0" y="198120"/>
                </a:cubicBezTo>
                <a:lnTo>
                  <a:pt x="0" y="0"/>
                </a:lnTo>
                <a:cubicBezTo>
                  <a:pt x="0" y="82062"/>
                  <a:pt x="354808" y="148590"/>
                  <a:pt x="792480" y="148590"/>
                </a:cubicBezTo>
                <a:cubicBezTo>
                  <a:pt x="1230151" y="148590"/>
                  <a:pt x="1584960" y="82062"/>
                  <a:pt x="1584960" y="0"/>
                </a:cubicBezTo>
                <a:lnTo>
                  <a:pt x="1584960" y="198120"/>
                </a:lnTo>
              </a:path>
            </a:pathLst>
          </a:custGeom>
          <a:gradFill rotWithShape="1">
            <a:gsLst>
              <a:gs pos="0">
                <a:srgbClr val="ECECEC"/>
              </a:gs>
              <a:gs pos="100000">
                <a:srgbClr val="D7D7D7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87040" y="5548471"/>
            <a:ext cx="1584960" cy="346710"/>
          </a:xfrm>
          <a:custGeom>
            <a:avLst/>
            <a:gdLst/>
            <a:ahLst/>
            <a:cxnLst/>
            <a:rect l="0" t="0" r="0" b="0"/>
            <a:pathLst>
              <a:path w="1584960" h="346710">
                <a:moveTo>
                  <a:pt x="792480" y="346710"/>
                </a:moveTo>
                <a:cubicBezTo>
                  <a:pt x="354805" y="346710"/>
                  <a:pt x="0" y="280183"/>
                  <a:pt x="0" y="198120"/>
                </a:cubicBezTo>
                <a:lnTo>
                  <a:pt x="0" y="0"/>
                </a:lnTo>
                <a:cubicBezTo>
                  <a:pt x="0" y="82063"/>
                  <a:pt x="354805" y="148590"/>
                  <a:pt x="792480" y="148590"/>
                </a:cubicBezTo>
                <a:cubicBezTo>
                  <a:pt x="1230154" y="148590"/>
                  <a:pt x="1584960" y="82063"/>
                  <a:pt x="1584960" y="0"/>
                </a:cubicBezTo>
                <a:lnTo>
                  <a:pt x="1584960" y="198120"/>
                </a:lnTo>
                <a:cubicBezTo>
                  <a:pt x="1584960" y="280183"/>
                  <a:pt x="1230154" y="346710"/>
                  <a:pt x="792480" y="346710"/>
                </a:cubicBezTo>
                <a:close/>
                <a:moveTo>
                  <a:pt x="1584960" y="0"/>
                </a:moveTo>
                <a:cubicBezTo>
                  <a:pt x="1584960" y="138477"/>
                  <a:pt x="1584960" y="59642"/>
                  <a:pt x="1584960" y="198120"/>
                </a:cubicBezTo>
                <a:moveTo>
                  <a:pt x="0" y="0"/>
                </a:moveTo>
                <a:cubicBezTo>
                  <a:pt x="0" y="138477"/>
                  <a:pt x="0" y="59642"/>
                  <a:pt x="0" y="198120"/>
                </a:cubicBezTo>
              </a:path>
            </a:pathLst>
          </a:custGeom>
          <a:noFill/>
          <a:ln w="1238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3750" y="962818"/>
            <a:ext cx="2476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技术实现路径从感知到反馈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1930" y="1602581"/>
            <a:ext cx="66040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技术实现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4220" y="2444591"/>
            <a:ext cx="99060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制造与交互层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7267" y="2366168"/>
            <a:ext cx="1114425" cy="1485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84848"/>
                </a:solidFill>
                <a:latin typeface="Roboto"/>
              </a:rPr>
              <a:t>帅气外观与可持续性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6770" y="3336131"/>
            <a:ext cx="82550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驱动反馈层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7267" y="3257708"/>
            <a:ext cx="1114425" cy="1485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84848"/>
                </a:solidFill>
                <a:latin typeface="Roboto"/>
              </a:rPr>
              <a:t>触觉反馈与形态演变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6770" y="4227671"/>
            <a:ext cx="82550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计算决策层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4059" y="4074953"/>
            <a:ext cx="1140799" cy="2971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84848"/>
                </a:solidFill>
                <a:latin typeface="Roboto"/>
              </a:rPr>
              <a:t>AI 模型驱动的导师大
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6770" y="5119211"/>
            <a:ext cx="825500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物理感知层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7267" y="4966493"/>
            <a:ext cx="1114425" cy="2971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84848"/>
                </a:solidFill>
                <a:latin typeface="Roboto"/>
              </a:rPr>
              <a:t>实时捕获书写精微数
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