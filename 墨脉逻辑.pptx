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44449" y="3045864"/>
            <a:ext cx="7455097" cy="1165860"/>
          </a:xfrm>
          <a:custGeom>
            <a:avLst/>
            <a:gdLst/>
            <a:ahLst/>
            <a:cxnLst/>
            <a:rect l="0" t="0" r="0" b="0"/>
            <a:pathLst>
              <a:path w="7455097" h="1165860">
                <a:moveTo>
                  <a:pt x="5579975" y="197671"/>
                </a:moveTo>
                <a:lnTo>
                  <a:pt x="5285613" y="197671"/>
                </a:lnTo>
                <a:lnTo>
                  <a:pt x="5180186" y="972222"/>
                </a:lnTo>
                <a:lnTo>
                  <a:pt x="5474555" y="972222"/>
                </a:lnTo>
                <a:lnTo>
                  <a:pt x="5579975" y="197671"/>
                </a:lnTo>
                <a:moveTo>
                  <a:pt x="6442744" y="972222"/>
                </a:moveTo>
                <a:lnTo>
                  <a:pt x="6874136" y="972222"/>
                </a:lnTo>
                <a:lnTo>
                  <a:pt x="6874136" y="1165860"/>
                </a:lnTo>
                <a:lnTo>
                  <a:pt x="7455097" y="584971"/>
                </a:lnTo>
                <a:lnTo>
                  <a:pt x="6874136" y="0"/>
                </a:lnTo>
                <a:lnTo>
                  <a:pt x="6874136" y="197671"/>
                </a:lnTo>
                <a:lnTo>
                  <a:pt x="6548163" y="197671"/>
                </a:lnTo>
                <a:lnTo>
                  <a:pt x="6442744" y="972222"/>
                </a:lnTo>
                <a:moveTo>
                  <a:pt x="4317425" y="197671"/>
                </a:moveTo>
                <a:lnTo>
                  <a:pt x="4026880" y="197671"/>
                </a:lnTo>
                <a:lnTo>
                  <a:pt x="3921460" y="972222"/>
                </a:lnTo>
                <a:lnTo>
                  <a:pt x="4211998" y="972222"/>
                </a:lnTo>
                <a:lnTo>
                  <a:pt x="4317425" y="197671"/>
                </a:lnTo>
                <a:moveTo>
                  <a:pt x="3058692" y="197671"/>
                </a:moveTo>
                <a:lnTo>
                  <a:pt x="2768485" y="197671"/>
                </a:lnTo>
                <a:lnTo>
                  <a:pt x="2663058" y="972222"/>
                </a:lnTo>
                <a:lnTo>
                  <a:pt x="2953272" y="972222"/>
                </a:lnTo>
                <a:lnTo>
                  <a:pt x="3058692" y="197671"/>
                </a:lnTo>
                <a:moveTo>
                  <a:pt x="1800297" y="197671"/>
                </a:moveTo>
                <a:lnTo>
                  <a:pt x="1513584" y="197671"/>
                </a:lnTo>
                <a:lnTo>
                  <a:pt x="1408165" y="972222"/>
                </a:lnTo>
                <a:lnTo>
                  <a:pt x="1694869" y="972222"/>
                </a:lnTo>
                <a:lnTo>
                  <a:pt x="1800297" y="197671"/>
                </a:lnTo>
                <a:moveTo>
                  <a:pt x="545396" y="197671"/>
                </a:moveTo>
                <a:lnTo>
                  <a:pt x="0" y="197671"/>
                </a:lnTo>
                <a:lnTo>
                  <a:pt x="0" y="972222"/>
                </a:lnTo>
                <a:lnTo>
                  <a:pt x="439977" y="972222"/>
                </a:lnTo>
                <a:lnTo>
                  <a:pt x="545396" y="197671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4449" y="3045864"/>
            <a:ext cx="7455101" cy="1165860"/>
          </a:xfrm>
          <a:custGeom>
            <a:avLst/>
            <a:gdLst/>
            <a:ahLst/>
            <a:cxnLst/>
            <a:rect l="0" t="0" r="0" b="0"/>
            <a:pathLst>
              <a:path w="7455101" h="1165860">
                <a:moveTo>
                  <a:pt x="5579977" y="197671"/>
                </a:moveTo>
                <a:lnTo>
                  <a:pt x="5285609" y="197671"/>
                </a:lnTo>
                <a:lnTo>
                  <a:pt x="5180185" y="972222"/>
                </a:lnTo>
                <a:lnTo>
                  <a:pt x="5474552" y="972222"/>
                </a:lnTo>
                <a:lnTo>
                  <a:pt x="5579977" y="197671"/>
                </a:lnTo>
                <a:close/>
                <a:moveTo>
                  <a:pt x="6442740" y="972222"/>
                </a:moveTo>
                <a:lnTo>
                  <a:pt x="6874136" y="972222"/>
                </a:lnTo>
                <a:lnTo>
                  <a:pt x="6874136" y="1165860"/>
                </a:lnTo>
                <a:lnTo>
                  <a:pt x="7455101" y="584968"/>
                </a:lnTo>
                <a:lnTo>
                  <a:pt x="6874136" y="0"/>
                </a:lnTo>
                <a:lnTo>
                  <a:pt x="6874136" y="197671"/>
                </a:lnTo>
                <a:lnTo>
                  <a:pt x="6548166" y="197671"/>
                </a:lnTo>
                <a:lnTo>
                  <a:pt x="6442740" y="972222"/>
                </a:lnTo>
                <a:close/>
                <a:moveTo>
                  <a:pt x="4317421" y="197671"/>
                </a:moveTo>
                <a:lnTo>
                  <a:pt x="4026882" y="197671"/>
                </a:lnTo>
                <a:lnTo>
                  <a:pt x="3921457" y="972222"/>
                </a:lnTo>
                <a:lnTo>
                  <a:pt x="4211997" y="972222"/>
                </a:lnTo>
                <a:lnTo>
                  <a:pt x="4317421" y="197671"/>
                </a:lnTo>
                <a:close/>
                <a:moveTo>
                  <a:pt x="3058694" y="197671"/>
                </a:moveTo>
                <a:lnTo>
                  <a:pt x="2768483" y="197671"/>
                </a:lnTo>
                <a:lnTo>
                  <a:pt x="2663058" y="972222"/>
                </a:lnTo>
                <a:lnTo>
                  <a:pt x="2953269" y="972222"/>
                </a:lnTo>
                <a:lnTo>
                  <a:pt x="3058694" y="197671"/>
                </a:lnTo>
                <a:close/>
                <a:moveTo>
                  <a:pt x="1800295" y="197671"/>
                </a:moveTo>
                <a:lnTo>
                  <a:pt x="1513587" y="197671"/>
                </a:lnTo>
                <a:lnTo>
                  <a:pt x="1408162" y="972222"/>
                </a:lnTo>
                <a:lnTo>
                  <a:pt x="1694869" y="972222"/>
                </a:lnTo>
                <a:lnTo>
                  <a:pt x="1800295" y="197671"/>
                </a:lnTo>
                <a:close/>
                <a:moveTo>
                  <a:pt x="545398" y="197671"/>
                </a:moveTo>
                <a:lnTo>
                  <a:pt x="0" y="197671"/>
                </a:lnTo>
                <a:lnTo>
                  <a:pt x="0" y="972222"/>
                </a:lnTo>
                <a:lnTo>
                  <a:pt x="439973" y="972222"/>
                </a:lnTo>
                <a:lnTo>
                  <a:pt x="545398" y="197671"/>
                </a:lnTo>
                <a:close/>
              </a:path>
            </a:pathLst>
          </a:custGeom>
          <a:noFill/>
          <a:ln w="12102">
            <a:solidFill>
              <a:srgbClr val="A3A3A3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Group 6"/>
          <p:cNvGrpSpPr/>
          <p:nvPr/>
        </p:nvGrpSpPr>
        <p:grpSpPr>
          <a:xfrm>
            <a:off x="1038087" y="2952975"/>
            <a:ext cx="1549101" cy="1452282"/>
            <a:chOff x="387275" y="1791148"/>
            <a:chExt cx="1549101" cy="1452282"/>
          </a:xfrm>
        </p:grpSpPr>
        <p:sp>
          <p:nvSpPr>
            <p:cNvPr id="4" name="Rounded Rectangle 3"/>
            <p:cNvSpPr/>
            <p:nvPr/>
          </p:nvSpPr>
          <p:spPr>
            <a:xfrm>
              <a:off x="580912" y="1791148"/>
              <a:ext cx="1165860" cy="1452282"/>
            </a:xfrm>
            <a:custGeom>
              <a:avLst/>
              <a:gdLst/>
              <a:ahLst/>
              <a:cxnLst/>
              <a:rect l="0" t="0" r="0" b="0"/>
              <a:pathLst>
                <a:path w="1165860" h="1452282">
                  <a:moveTo>
                    <a:pt x="197671" y="0"/>
                  </a:moveTo>
                  <a:lnTo>
                    <a:pt x="1165860" y="0"/>
                  </a:lnTo>
                  <a:lnTo>
                    <a:pt x="968188" y="1452282"/>
                  </a:lnTo>
                  <a:lnTo>
                    <a:pt x="0" y="1452282"/>
                  </a:lnTo>
                  <a:lnTo>
                    <a:pt x="197671" y="0"/>
                  </a:lnTo>
                </a:path>
              </a:pathLst>
            </a:custGeom>
            <a:solidFill>
              <a:srgbClr val="EDF4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707206" y="1791148"/>
              <a:ext cx="229170" cy="290456"/>
            </a:xfrm>
            <a:custGeom>
              <a:avLst/>
              <a:gdLst/>
              <a:ahLst/>
              <a:cxnLst/>
              <a:rect l="0" t="0" r="0" b="0"/>
              <a:pathLst>
                <a:path w="229170" h="290456">
                  <a:moveTo>
                    <a:pt x="0" y="290456"/>
                  </a:moveTo>
                  <a:lnTo>
                    <a:pt x="39566" y="0"/>
                  </a:lnTo>
                  <a:lnTo>
                    <a:pt x="229170" y="290456"/>
                  </a:lnTo>
                  <a:lnTo>
                    <a:pt x="0" y="290456"/>
                  </a:lnTo>
                </a:path>
              </a:pathLst>
            </a:custGeom>
            <a:solidFill>
              <a:srgbClr val="EDF4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87275" y="2856155"/>
              <a:ext cx="246081" cy="387275"/>
            </a:xfrm>
            <a:custGeom>
              <a:avLst/>
              <a:gdLst/>
              <a:ahLst/>
              <a:cxnLst/>
              <a:rect l="0" t="0" r="0" b="0"/>
              <a:pathLst>
                <a:path w="246081" h="387275">
                  <a:moveTo>
                    <a:pt x="193637" y="387275"/>
                  </a:moveTo>
                  <a:lnTo>
                    <a:pt x="0" y="0"/>
                  </a:lnTo>
                  <a:lnTo>
                    <a:pt x="246081" y="0"/>
                  </a:lnTo>
                  <a:lnTo>
                    <a:pt x="193637" y="387275"/>
                  </a:lnTo>
                </a:path>
              </a:pathLst>
            </a:custGeom>
            <a:solidFill>
              <a:srgbClr val="EDF4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1038087" y="2952975"/>
            <a:ext cx="1549101" cy="1452282"/>
            <a:chOff x="387275" y="1791148"/>
            <a:chExt cx="1549101" cy="1452282"/>
          </a:xfrm>
        </p:grpSpPr>
        <p:sp>
          <p:nvSpPr>
            <p:cNvPr id="8" name="Rounded Rectangle 7"/>
            <p:cNvSpPr/>
            <p:nvPr/>
          </p:nvSpPr>
          <p:spPr>
            <a:xfrm>
              <a:off x="580912" y="1791148"/>
              <a:ext cx="1165860" cy="1452282"/>
            </a:xfrm>
            <a:custGeom>
              <a:avLst/>
              <a:gdLst/>
              <a:ahLst/>
              <a:cxnLst/>
              <a:rect l="0" t="0" r="0" b="0"/>
              <a:pathLst>
                <a:path w="1165860" h="1452282">
                  <a:moveTo>
                    <a:pt x="197671" y="0"/>
                  </a:moveTo>
                  <a:lnTo>
                    <a:pt x="1165860" y="0"/>
                  </a:lnTo>
                  <a:lnTo>
                    <a:pt x="968188" y="1452282"/>
                  </a:lnTo>
                  <a:lnTo>
                    <a:pt x="0" y="1452282"/>
                  </a:lnTo>
                  <a:lnTo>
                    <a:pt x="197671" y="0"/>
                  </a:lnTo>
                  <a:close/>
                </a:path>
              </a:pathLst>
            </a:custGeom>
            <a:noFill/>
            <a:ln w="12102">
              <a:solidFill>
                <a:srgbClr val="4E88E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707202" y="1791148"/>
              <a:ext cx="229174" cy="290456"/>
            </a:xfrm>
            <a:custGeom>
              <a:avLst/>
              <a:gdLst/>
              <a:ahLst/>
              <a:cxnLst/>
              <a:rect l="0" t="0" r="0" b="0"/>
              <a:pathLst>
                <a:path w="229174" h="290456">
                  <a:moveTo>
                    <a:pt x="0" y="290456"/>
                  </a:moveTo>
                  <a:lnTo>
                    <a:pt x="39570" y="0"/>
                  </a:lnTo>
                  <a:lnTo>
                    <a:pt x="229174" y="290456"/>
                  </a:lnTo>
                  <a:lnTo>
                    <a:pt x="0" y="290456"/>
                  </a:lnTo>
                  <a:close/>
                </a:path>
              </a:pathLst>
            </a:custGeom>
            <a:noFill/>
            <a:ln w="12102">
              <a:solidFill>
                <a:srgbClr val="4E88E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387275" y="2856155"/>
              <a:ext cx="246081" cy="387275"/>
            </a:xfrm>
            <a:custGeom>
              <a:avLst/>
              <a:gdLst/>
              <a:ahLst/>
              <a:cxnLst/>
              <a:rect l="0" t="0" r="0" b="0"/>
              <a:pathLst>
                <a:path w="246081" h="387275">
                  <a:moveTo>
                    <a:pt x="193637" y="387275"/>
                  </a:moveTo>
                  <a:lnTo>
                    <a:pt x="0" y="0"/>
                  </a:lnTo>
                  <a:lnTo>
                    <a:pt x="246081" y="0"/>
                  </a:lnTo>
                  <a:lnTo>
                    <a:pt x="193637" y="387275"/>
                  </a:lnTo>
                  <a:close/>
                </a:path>
              </a:pathLst>
            </a:custGeom>
            <a:noFill/>
            <a:ln w="12102">
              <a:solidFill>
                <a:srgbClr val="4E88E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2292980" y="2952975"/>
            <a:ext cx="1549101" cy="1452282"/>
            <a:chOff x="1642168" y="1791148"/>
            <a:chExt cx="1549101" cy="1452282"/>
          </a:xfrm>
        </p:grpSpPr>
        <p:sp>
          <p:nvSpPr>
            <p:cNvPr id="12" name="Rounded Rectangle 11"/>
            <p:cNvSpPr/>
            <p:nvPr/>
          </p:nvSpPr>
          <p:spPr>
            <a:xfrm>
              <a:off x="1835805" y="1791148"/>
              <a:ext cx="1165860" cy="1452282"/>
            </a:xfrm>
            <a:custGeom>
              <a:avLst/>
              <a:gdLst/>
              <a:ahLst/>
              <a:cxnLst/>
              <a:rect l="0" t="0" r="0" b="0"/>
              <a:pathLst>
                <a:path w="1165860" h="1452282">
                  <a:moveTo>
                    <a:pt x="197671" y="0"/>
                  </a:moveTo>
                  <a:lnTo>
                    <a:pt x="1165860" y="0"/>
                  </a:lnTo>
                  <a:lnTo>
                    <a:pt x="968188" y="1452282"/>
                  </a:lnTo>
                  <a:lnTo>
                    <a:pt x="0" y="1452282"/>
                  </a:lnTo>
                  <a:lnTo>
                    <a:pt x="197671" y="0"/>
                  </a:lnTo>
                </a:path>
              </a:pathLst>
            </a:custGeom>
            <a:solidFill>
              <a:srgbClr val="E3FFF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2962099" y="1791148"/>
              <a:ext cx="229170" cy="290456"/>
            </a:xfrm>
            <a:custGeom>
              <a:avLst/>
              <a:gdLst/>
              <a:ahLst/>
              <a:cxnLst/>
              <a:rect l="0" t="0" r="0" b="0"/>
              <a:pathLst>
                <a:path w="229170" h="290456">
                  <a:moveTo>
                    <a:pt x="0" y="290456"/>
                  </a:moveTo>
                  <a:lnTo>
                    <a:pt x="39566" y="0"/>
                  </a:lnTo>
                  <a:lnTo>
                    <a:pt x="229170" y="290456"/>
                  </a:lnTo>
                  <a:lnTo>
                    <a:pt x="0" y="290456"/>
                  </a:lnTo>
                </a:path>
              </a:pathLst>
            </a:custGeom>
            <a:solidFill>
              <a:srgbClr val="E3FFF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1642168" y="2856155"/>
              <a:ext cx="246081" cy="387275"/>
            </a:xfrm>
            <a:custGeom>
              <a:avLst/>
              <a:gdLst/>
              <a:ahLst/>
              <a:cxnLst/>
              <a:rect l="0" t="0" r="0" b="0"/>
              <a:pathLst>
                <a:path w="246081" h="387275">
                  <a:moveTo>
                    <a:pt x="193637" y="387275"/>
                  </a:moveTo>
                  <a:lnTo>
                    <a:pt x="0" y="0"/>
                  </a:lnTo>
                  <a:lnTo>
                    <a:pt x="246081" y="0"/>
                  </a:lnTo>
                  <a:lnTo>
                    <a:pt x="193637" y="387275"/>
                  </a:lnTo>
                </a:path>
              </a:pathLst>
            </a:custGeom>
            <a:solidFill>
              <a:srgbClr val="E3FFF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2292980" y="2952975"/>
            <a:ext cx="1549101" cy="1452282"/>
            <a:chOff x="1642168" y="1791148"/>
            <a:chExt cx="1549101" cy="1452282"/>
          </a:xfrm>
        </p:grpSpPr>
        <p:sp>
          <p:nvSpPr>
            <p:cNvPr id="16" name="Rounded Rectangle 15"/>
            <p:cNvSpPr/>
            <p:nvPr/>
          </p:nvSpPr>
          <p:spPr>
            <a:xfrm>
              <a:off x="1835805" y="1791148"/>
              <a:ext cx="1165860" cy="1452282"/>
            </a:xfrm>
            <a:custGeom>
              <a:avLst/>
              <a:gdLst/>
              <a:ahLst/>
              <a:cxnLst/>
              <a:rect l="0" t="0" r="0" b="0"/>
              <a:pathLst>
                <a:path w="1165860" h="1452282">
                  <a:moveTo>
                    <a:pt x="197671" y="0"/>
                  </a:moveTo>
                  <a:lnTo>
                    <a:pt x="1165860" y="0"/>
                  </a:lnTo>
                  <a:lnTo>
                    <a:pt x="968188" y="1452282"/>
                  </a:lnTo>
                  <a:lnTo>
                    <a:pt x="0" y="1452282"/>
                  </a:lnTo>
                  <a:lnTo>
                    <a:pt x="197671" y="0"/>
                  </a:lnTo>
                  <a:close/>
                </a:path>
              </a:pathLst>
            </a:custGeom>
            <a:noFill/>
            <a:ln w="12102">
              <a:solidFill>
                <a:srgbClr val="3CC58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2962095" y="1791148"/>
              <a:ext cx="229174" cy="290456"/>
            </a:xfrm>
            <a:custGeom>
              <a:avLst/>
              <a:gdLst/>
              <a:ahLst/>
              <a:cxnLst/>
              <a:rect l="0" t="0" r="0" b="0"/>
              <a:pathLst>
                <a:path w="229174" h="290456">
                  <a:moveTo>
                    <a:pt x="0" y="290456"/>
                  </a:moveTo>
                  <a:lnTo>
                    <a:pt x="39570" y="0"/>
                  </a:lnTo>
                  <a:lnTo>
                    <a:pt x="229174" y="290456"/>
                  </a:lnTo>
                  <a:lnTo>
                    <a:pt x="0" y="290456"/>
                  </a:lnTo>
                  <a:close/>
                </a:path>
              </a:pathLst>
            </a:custGeom>
            <a:noFill/>
            <a:ln w="12102">
              <a:solidFill>
                <a:srgbClr val="3CC58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1642168" y="2856155"/>
              <a:ext cx="246081" cy="387275"/>
            </a:xfrm>
            <a:custGeom>
              <a:avLst/>
              <a:gdLst/>
              <a:ahLst/>
              <a:cxnLst/>
              <a:rect l="0" t="0" r="0" b="0"/>
              <a:pathLst>
                <a:path w="246081" h="387275">
                  <a:moveTo>
                    <a:pt x="193637" y="387275"/>
                  </a:moveTo>
                  <a:lnTo>
                    <a:pt x="0" y="0"/>
                  </a:lnTo>
                  <a:lnTo>
                    <a:pt x="246081" y="0"/>
                  </a:lnTo>
                  <a:lnTo>
                    <a:pt x="193637" y="387275"/>
                  </a:lnTo>
                  <a:close/>
                </a:path>
              </a:pathLst>
            </a:custGeom>
            <a:noFill/>
            <a:ln w="12102">
              <a:solidFill>
                <a:srgbClr val="3CC58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3551374" y="2952975"/>
            <a:ext cx="1549101" cy="1452282"/>
            <a:chOff x="2900562" y="1791148"/>
            <a:chExt cx="1549101" cy="1452282"/>
          </a:xfrm>
        </p:grpSpPr>
        <p:sp>
          <p:nvSpPr>
            <p:cNvPr id="20" name="Rounded Rectangle 19"/>
            <p:cNvSpPr/>
            <p:nvPr/>
          </p:nvSpPr>
          <p:spPr>
            <a:xfrm>
              <a:off x="3094200" y="1791148"/>
              <a:ext cx="1165860" cy="1452282"/>
            </a:xfrm>
            <a:custGeom>
              <a:avLst/>
              <a:gdLst/>
              <a:ahLst/>
              <a:cxnLst/>
              <a:rect l="0" t="0" r="0" b="0"/>
              <a:pathLst>
                <a:path w="1165860" h="1452282">
                  <a:moveTo>
                    <a:pt x="197671" y="0"/>
                  </a:moveTo>
                  <a:lnTo>
                    <a:pt x="1165860" y="0"/>
                  </a:lnTo>
                  <a:lnTo>
                    <a:pt x="968188" y="1452282"/>
                  </a:lnTo>
                  <a:lnTo>
                    <a:pt x="0" y="1452282"/>
                  </a:lnTo>
                  <a:lnTo>
                    <a:pt x="197671" y="0"/>
                  </a:lnTo>
                </a:path>
              </a:pathLst>
            </a:custGeom>
            <a:solidFill>
              <a:srgbClr val="F4FF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4220493" y="1791148"/>
              <a:ext cx="229170" cy="290456"/>
            </a:xfrm>
            <a:custGeom>
              <a:avLst/>
              <a:gdLst/>
              <a:ahLst/>
              <a:cxnLst/>
              <a:rect l="0" t="0" r="0" b="0"/>
              <a:pathLst>
                <a:path w="229170" h="290456">
                  <a:moveTo>
                    <a:pt x="0" y="290456"/>
                  </a:moveTo>
                  <a:lnTo>
                    <a:pt x="39566" y="0"/>
                  </a:lnTo>
                  <a:lnTo>
                    <a:pt x="229170" y="290456"/>
                  </a:lnTo>
                  <a:lnTo>
                    <a:pt x="0" y="290456"/>
                  </a:lnTo>
                </a:path>
              </a:pathLst>
            </a:custGeom>
            <a:solidFill>
              <a:srgbClr val="F4FF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2900562" y="2856155"/>
              <a:ext cx="246081" cy="387275"/>
            </a:xfrm>
            <a:custGeom>
              <a:avLst/>
              <a:gdLst/>
              <a:ahLst/>
              <a:cxnLst/>
              <a:rect l="0" t="0" r="0" b="0"/>
              <a:pathLst>
                <a:path w="246081" h="387275">
                  <a:moveTo>
                    <a:pt x="193637" y="387275"/>
                  </a:moveTo>
                  <a:lnTo>
                    <a:pt x="0" y="0"/>
                  </a:lnTo>
                  <a:lnTo>
                    <a:pt x="246081" y="0"/>
                  </a:lnTo>
                  <a:lnTo>
                    <a:pt x="193637" y="387275"/>
                  </a:lnTo>
                </a:path>
              </a:pathLst>
            </a:custGeom>
            <a:solidFill>
              <a:srgbClr val="F4FF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3551374" y="2952975"/>
            <a:ext cx="1549102" cy="1452282"/>
            <a:chOff x="2900562" y="1791148"/>
            <a:chExt cx="1549102" cy="1452282"/>
          </a:xfrm>
        </p:grpSpPr>
        <p:sp>
          <p:nvSpPr>
            <p:cNvPr id="24" name="Rounded Rectangle 23"/>
            <p:cNvSpPr/>
            <p:nvPr/>
          </p:nvSpPr>
          <p:spPr>
            <a:xfrm>
              <a:off x="3094200" y="1791148"/>
              <a:ext cx="1165860" cy="1452282"/>
            </a:xfrm>
            <a:custGeom>
              <a:avLst/>
              <a:gdLst/>
              <a:ahLst/>
              <a:cxnLst/>
              <a:rect l="0" t="0" r="0" b="0"/>
              <a:pathLst>
                <a:path w="1165860" h="1452282">
                  <a:moveTo>
                    <a:pt x="197671" y="0"/>
                  </a:moveTo>
                  <a:lnTo>
                    <a:pt x="1165860" y="0"/>
                  </a:lnTo>
                  <a:lnTo>
                    <a:pt x="968188" y="1452282"/>
                  </a:lnTo>
                  <a:lnTo>
                    <a:pt x="0" y="1452282"/>
                  </a:lnTo>
                  <a:lnTo>
                    <a:pt x="197671" y="0"/>
                  </a:lnTo>
                  <a:close/>
                </a:path>
              </a:pathLst>
            </a:custGeom>
            <a:noFill/>
            <a:ln w="12102">
              <a:solidFill>
                <a:srgbClr val="92BD3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4220490" y="1791148"/>
              <a:ext cx="229174" cy="290456"/>
            </a:xfrm>
            <a:custGeom>
              <a:avLst/>
              <a:gdLst/>
              <a:ahLst/>
              <a:cxnLst/>
              <a:rect l="0" t="0" r="0" b="0"/>
              <a:pathLst>
                <a:path w="229174" h="290456">
                  <a:moveTo>
                    <a:pt x="0" y="290456"/>
                  </a:moveTo>
                  <a:lnTo>
                    <a:pt x="39570" y="0"/>
                  </a:lnTo>
                  <a:lnTo>
                    <a:pt x="229174" y="290456"/>
                  </a:lnTo>
                  <a:lnTo>
                    <a:pt x="0" y="290456"/>
                  </a:lnTo>
                  <a:close/>
                </a:path>
              </a:pathLst>
            </a:custGeom>
            <a:noFill/>
            <a:ln w="12102">
              <a:solidFill>
                <a:srgbClr val="92BD3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2900562" y="2856155"/>
              <a:ext cx="246081" cy="387275"/>
            </a:xfrm>
            <a:custGeom>
              <a:avLst/>
              <a:gdLst/>
              <a:ahLst/>
              <a:cxnLst/>
              <a:rect l="0" t="0" r="0" b="0"/>
              <a:pathLst>
                <a:path w="246081" h="387275">
                  <a:moveTo>
                    <a:pt x="193637" y="387275"/>
                  </a:moveTo>
                  <a:lnTo>
                    <a:pt x="0" y="0"/>
                  </a:lnTo>
                  <a:lnTo>
                    <a:pt x="246081" y="0"/>
                  </a:lnTo>
                  <a:lnTo>
                    <a:pt x="193637" y="387275"/>
                  </a:lnTo>
                  <a:close/>
                </a:path>
              </a:pathLst>
            </a:custGeom>
            <a:noFill/>
            <a:ln w="12102">
              <a:solidFill>
                <a:srgbClr val="92BD3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4810116" y="2952975"/>
            <a:ext cx="1549101" cy="1452282"/>
            <a:chOff x="4159304" y="1791148"/>
            <a:chExt cx="1549101" cy="1452282"/>
          </a:xfrm>
        </p:grpSpPr>
        <p:sp>
          <p:nvSpPr>
            <p:cNvPr id="28" name="Rounded Rectangle 27"/>
            <p:cNvSpPr/>
            <p:nvPr/>
          </p:nvSpPr>
          <p:spPr>
            <a:xfrm>
              <a:off x="4352941" y="1791148"/>
              <a:ext cx="1165860" cy="1452282"/>
            </a:xfrm>
            <a:custGeom>
              <a:avLst/>
              <a:gdLst/>
              <a:ahLst/>
              <a:cxnLst/>
              <a:rect l="0" t="0" r="0" b="0"/>
              <a:pathLst>
                <a:path w="1165860" h="1452282">
                  <a:moveTo>
                    <a:pt x="197671" y="0"/>
                  </a:moveTo>
                  <a:lnTo>
                    <a:pt x="1165860" y="0"/>
                  </a:lnTo>
                  <a:lnTo>
                    <a:pt x="968188" y="1452282"/>
                  </a:lnTo>
                  <a:lnTo>
                    <a:pt x="0" y="1452282"/>
                  </a:lnTo>
                  <a:lnTo>
                    <a:pt x="197671" y="0"/>
                  </a:lnTo>
                </a:path>
              </a:pathLst>
            </a:custGeom>
            <a:solidFill>
              <a:srgbClr val="E8F9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5479235" y="1791148"/>
              <a:ext cx="229170" cy="290456"/>
            </a:xfrm>
            <a:custGeom>
              <a:avLst/>
              <a:gdLst/>
              <a:ahLst/>
              <a:cxnLst/>
              <a:rect l="0" t="0" r="0" b="0"/>
              <a:pathLst>
                <a:path w="229170" h="290456">
                  <a:moveTo>
                    <a:pt x="0" y="290456"/>
                  </a:moveTo>
                  <a:lnTo>
                    <a:pt x="39566" y="0"/>
                  </a:lnTo>
                  <a:lnTo>
                    <a:pt x="229170" y="290456"/>
                  </a:lnTo>
                  <a:lnTo>
                    <a:pt x="0" y="290456"/>
                  </a:lnTo>
                </a:path>
              </a:pathLst>
            </a:custGeom>
            <a:solidFill>
              <a:srgbClr val="E8F9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4159304" y="2856155"/>
              <a:ext cx="246081" cy="387275"/>
            </a:xfrm>
            <a:custGeom>
              <a:avLst/>
              <a:gdLst/>
              <a:ahLst/>
              <a:cxnLst/>
              <a:rect l="0" t="0" r="0" b="0"/>
              <a:pathLst>
                <a:path w="246081" h="387275">
                  <a:moveTo>
                    <a:pt x="193637" y="387275"/>
                  </a:moveTo>
                  <a:lnTo>
                    <a:pt x="0" y="0"/>
                  </a:lnTo>
                  <a:lnTo>
                    <a:pt x="246081" y="0"/>
                  </a:lnTo>
                  <a:lnTo>
                    <a:pt x="193637" y="387275"/>
                  </a:lnTo>
                </a:path>
              </a:pathLst>
            </a:custGeom>
            <a:solidFill>
              <a:srgbClr val="E8F9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4810116" y="2952975"/>
            <a:ext cx="1549101" cy="1452282"/>
            <a:chOff x="4159304" y="1791148"/>
            <a:chExt cx="1549101" cy="1452282"/>
          </a:xfrm>
        </p:grpSpPr>
        <p:sp>
          <p:nvSpPr>
            <p:cNvPr id="32" name="Rounded Rectangle 31"/>
            <p:cNvSpPr/>
            <p:nvPr/>
          </p:nvSpPr>
          <p:spPr>
            <a:xfrm>
              <a:off x="4352941" y="1791148"/>
              <a:ext cx="1165860" cy="1452282"/>
            </a:xfrm>
            <a:custGeom>
              <a:avLst/>
              <a:gdLst/>
              <a:ahLst/>
              <a:cxnLst/>
              <a:rect l="0" t="0" r="0" b="0"/>
              <a:pathLst>
                <a:path w="1165860" h="1452282">
                  <a:moveTo>
                    <a:pt x="197671" y="0"/>
                  </a:moveTo>
                  <a:lnTo>
                    <a:pt x="1165860" y="0"/>
                  </a:lnTo>
                  <a:lnTo>
                    <a:pt x="968188" y="1452282"/>
                  </a:lnTo>
                  <a:lnTo>
                    <a:pt x="0" y="1452282"/>
                  </a:lnTo>
                  <a:lnTo>
                    <a:pt x="197671" y="0"/>
                  </a:lnTo>
                  <a:close/>
                </a:path>
              </a:pathLst>
            </a:custGeom>
            <a:noFill/>
            <a:ln w="12102">
              <a:solidFill>
                <a:srgbClr val="1EABD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5479231" y="1791148"/>
              <a:ext cx="229174" cy="290456"/>
            </a:xfrm>
            <a:custGeom>
              <a:avLst/>
              <a:gdLst/>
              <a:ahLst/>
              <a:cxnLst/>
              <a:rect l="0" t="0" r="0" b="0"/>
              <a:pathLst>
                <a:path w="229174" h="290456">
                  <a:moveTo>
                    <a:pt x="0" y="290456"/>
                  </a:moveTo>
                  <a:lnTo>
                    <a:pt x="39570" y="0"/>
                  </a:lnTo>
                  <a:lnTo>
                    <a:pt x="229174" y="290456"/>
                  </a:lnTo>
                  <a:lnTo>
                    <a:pt x="0" y="290456"/>
                  </a:lnTo>
                  <a:close/>
                </a:path>
              </a:pathLst>
            </a:custGeom>
            <a:noFill/>
            <a:ln w="12102">
              <a:solidFill>
                <a:srgbClr val="1EABD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4159304" y="2856155"/>
              <a:ext cx="246081" cy="387275"/>
            </a:xfrm>
            <a:custGeom>
              <a:avLst/>
              <a:gdLst/>
              <a:ahLst/>
              <a:cxnLst/>
              <a:rect l="0" t="0" r="0" b="0"/>
              <a:pathLst>
                <a:path w="246081" h="387275">
                  <a:moveTo>
                    <a:pt x="193637" y="387275"/>
                  </a:moveTo>
                  <a:lnTo>
                    <a:pt x="0" y="0"/>
                  </a:lnTo>
                  <a:lnTo>
                    <a:pt x="246081" y="0"/>
                  </a:lnTo>
                  <a:lnTo>
                    <a:pt x="193637" y="387275"/>
                  </a:lnTo>
                  <a:close/>
                </a:path>
              </a:pathLst>
            </a:custGeom>
            <a:noFill/>
            <a:ln w="12102">
              <a:solidFill>
                <a:srgbClr val="1EABD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6072666" y="2952975"/>
            <a:ext cx="1549101" cy="1452282"/>
            <a:chOff x="5421854" y="1791148"/>
            <a:chExt cx="1549101" cy="1452282"/>
          </a:xfrm>
        </p:grpSpPr>
        <p:sp>
          <p:nvSpPr>
            <p:cNvPr id="36" name="Rounded Rectangle 35"/>
            <p:cNvSpPr/>
            <p:nvPr/>
          </p:nvSpPr>
          <p:spPr>
            <a:xfrm>
              <a:off x="5615491" y="1791148"/>
              <a:ext cx="1165860" cy="1452282"/>
            </a:xfrm>
            <a:custGeom>
              <a:avLst/>
              <a:gdLst/>
              <a:ahLst/>
              <a:cxnLst/>
              <a:rect l="0" t="0" r="0" b="0"/>
              <a:pathLst>
                <a:path w="1165860" h="1452282">
                  <a:moveTo>
                    <a:pt x="197671" y="0"/>
                  </a:moveTo>
                  <a:lnTo>
                    <a:pt x="1165860" y="0"/>
                  </a:lnTo>
                  <a:lnTo>
                    <a:pt x="968188" y="1452282"/>
                  </a:lnTo>
                  <a:lnTo>
                    <a:pt x="0" y="1452282"/>
                  </a:lnTo>
                  <a:lnTo>
                    <a:pt x="197671" y="0"/>
                  </a:lnTo>
                </a:path>
              </a:pathLst>
            </a:custGeom>
            <a:solidFill>
              <a:srgbClr val="F3F0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6741785" y="1791148"/>
              <a:ext cx="229170" cy="290456"/>
            </a:xfrm>
            <a:custGeom>
              <a:avLst/>
              <a:gdLst/>
              <a:ahLst/>
              <a:cxnLst/>
              <a:rect l="0" t="0" r="0" b="0"/>
              <a:pathLst>
                <a:path w="229170" h="290456">
                  <a:moveTo>
                    <a:pt x="0" y="290456"/>
                  </a:moveTo>
                  <a:lnTo>
                    <a:pt x="39566" y="0"/>
                  </a:lnTo>
                  <a:lnTo>
                    <a:pt x="229170" y="290456"/>
                  </a:lnTo>
                  <a:lnTo>
                    <a:pt x="0" y="290456"/>
                  </a:lnTo>
                </a:path>
              </a:pathLst>
            </a:custGeom>
            <a:solidFill>
              <a:srgbClr val="F3F0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5421854" y="2856155"/>
              <a:ext cx="246081" cy="387275"/>
            </a:xfrm>
            <a:custGeom>
              <a:avLst/>
              <a:gdLst/>
              <a:ahLst/>
              <a:cxnLst/>
              <a:rect l="0" t="0" r="0" b="0"/>
              <a:pathLst>
                <a:path w="246081" h="387275">
                  <a:moveTo>
                    <a:pt x="193637" y="387275"/>
                  </a:moveTo>
                  <a:lnTo>
                    <a:pt x="0" y="0"/>
                  </a:lnTo>
                  <a:lnTo>
                    <a:pt x="246081" y="0"/>
                  </a:lnTo>
                  <a:lnTo>
                    <a:pt x="193637" y="387275"/>
                  </a:lnTo>
                </a:path>
              </a:pathLst>
            </a:custGeom>
            <a:solidFill>
              <a:srgbClr val="F3F0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6072666" y="2952975"/>
            <a:ext cx="1549101" cy="1452282"/>
            <a:chOff x="5421854" y="1791148"/>
            <a:chExt cx="1549101" cy="1452282"/>
          </a:xfrm>
        </p:grpSpPr>
        <p:sp>
          <p:nvSpPr>
            <p:cNvPr id="40" name="Rounded Rectangle 39"/>
            <p:cNvSpPr/>
            <p:nvPr/>
          </p:nvSpPr>
          <p:spPr>
            <a:xfrm>
              <a:off x="5615491" y="1791148"/>
              <a:ext cx="1165860" cy="1452282"/>
            </a:xfrm>
            <a:custGeom>
              <a:avLst/>
              <a:gdLst/>
              <a:ahLst/>
              <a:cxnLst/>
              <a:rect l="0" t="0" r="0" b="0"/>
              <a:pathLst>
                <a:path w="1165860" h="1452282">
                  <a:moveTo>
                    <a:pt x="197671" y="0"/>
                  </a:moveTo>
                  <a:lnTo>
                    <a:pt x="1165860" y="0"/>
                  </a:lnTo>
                  <a:lnTo>
                    <a:pt x="968188" y="1452282"/>
                  </a:lnTo>
                  <a:lnTo>
                    <a:pt x="0" y="1452282"/>
                  </a:lnTo>
                  <a:lnTo>
                    <a:pt x="197671" y="0"/>
                  </a:lnTo>
                  <a:close/>
                </a:path>
              </a:pathLst>
            </a:custGeom>
            <a:noFill/>
            <a:ln w="12102">
              <a:solidFill>
                <a:srgbClr val="7F64E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6741781" y="1791148"/>
              <a:ext cx="229174" cy="290456"/>
            </a:xfrm>
            <a:custGeom>
              <a:avLst/>
              <a:gdLst/>
              <a:ahLst/>
              <a:cxnLst/>
              <a:rect l="0" t="0" r="0" b="0"/>
              <a:pathLst>
                <a:path w="229174" h="290456">
                  <a:moveTo>
                    <a:pt x="0" y="290456"/>
                  </a:moveTo>
                  <a:lnTo>
                    <a:pt x="39570" y="0"/>
                  </a:lnTo>
                  <a:lnTo>
                    <a:pt x="229174" y="290456"/>
                  </a:lnTo>
                  <a:lnTo>
                    <a:pt x="0" y="290456"/>
                  </a:lnTo>
                  <a:close/>
                </a:path>
              </a:pathLst>
            </a:custGeom>
            <a:noFill/>
            <a:ln w="12102">
              <a:solidFill>
                <a:srgbClr val="7F64E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5421854" y="2856155"/>
              <a:ext cx="246081" cy="387275"/>
            </a:xfrm>
            <a:custGeom>
              <a:avLst/>
              <a:gdLst/>
              <a:ahLst/>
              <a:cxnLst/>
              <a:rect l="0" t="0" r="0" b="0"/>
              <a:pathLst>
                <a:path w="246081" h="387275">
                  <a:moveTo>
                    <a:pt x="193637" y="387275"/>
                  </a:moveTo>
                  <a:lnTo>
                    <a:pt x="0" y="0"/>
                  </a:lnTo>
                  <a:lnTo>
                    <a:pt x="246081" y="0"/>
                  </a:lnTo>
                  <a:lnTo>
                    <a:pt x="193637" y="387275"/>
                  </a:lnTo>
                  <a:close/>
                </a:path>
              </a:pathLst>
            </a:custGeom>
            <a:noFill/>
            <a:ln w="12102">
              <a:solidFill>
                <a:srgbClr val="7F64E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44" name="Rounded Rectangle 43"/>
          <p:cNvSpPr/>
          <p:nvPr/>
        </p:nvSpPr>
        <p:spPr>
          <a:xfrm>
            <a:off x="1909456" y="2033196"/>
            <a:ext cx="8068" cy="919778"/>
          </a:xfrm>
          <a:custGeom>
            <a:avLst/>
            <a:gdLst/>
            <a:ahLst/>
            <a:cxnLst/>
            <a:rect l="0" t="0" r="0" b="0"/>
            <a:pathLst>
              <a:path w="8068" h="919778">
                <a:moveTo>
                  <a:pt x="0" y="0"/>
                </a:moveTo>
                <a:lnTo>
                  <a:pt x="0" y="919778"/>
                </a:lnTo>
              </a:path>
            </a:pathLst>
          </a:custGeom>
          <a:noFill/>
          <a:ln w="12102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426746" y="2226834"/>
            <a:ext cx="8068" cy="726141"/>
          </a:xfrm>
          <a:custGeom>
            <a:avLst/>
            <a:gdLst/>
            <a:ahLst/>
            <a:cxnLst/>
            <a:rect l="0" t="0" r="0" b="0"/>
            <a:pathLst>
              <a:path w="8068" h="726141">
                <a:moveTo>
                  <a:pt x="0" y="0"/>
                </a:moveTo>
                <a:lnTo>
                  <a:pt x="0" y="726141"/>
                </a:lnTo>
              </a:path>
            </a:pathLst>
          </a:custGeom>
          <a:noFill/>
          <a:ln w="12102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944035" y="2226834"/>
            <a:ext cx="8068" cy="726141"/>
          </a:xfrm>
          <a:custGeom>
            <a:avLst/>
            <a:gdLst/>
            <a:ahLst/>
            <a:cxnLst/>
            <a:rect l="0" t="0" r="0" b="0"/>
            <a:pathLst>
              <a:path w="8068" h="726141">
                <a:moveTo>
                  <a:pt x="0" y="0"/>
                </a:moveTo>
                <a:lnTo>
                  <a:pt x="0" y="726141"/>
                </a:lnTo>
              </a:path>
            </a:pathLst>
          </a:custGeom>
          <a:noFill/>
          <a:ln w="12102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2974463" y="4405257"/>
            <a:ext cx="8068" cy="871369"/>
          </a:xfrm>
          <a:custGeom>
            <a:avLst/>
            <a:gdLst/>
            <a:ahLst/>
            <a:cxnLst/>
            <a:rect l="0" t="0" r="0" b="0"/>
            <a:pathLst>
              <a:path w="8068" h="871369">
                <a:moveTo>
                  <a:pt x="0" y="0"/>
                </a:moveTo>
                <a:lnTo>
                  <a:pt x="0" y="871369"/>
                </a:lnTo>
              </a:path>
            </a:pathLst>
          </a:custGeom>
          <a:noFill/>
          <a:ln w="12102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91753" y="4405257"/>
            <a:ext cx="8068" cy="726141"/>
          </a:xfrm>
          <a:custGeom>
            <a:avLst/>
            <a:gdLst/>
            <a:ahLst/>
            <a:cxnLst/>
            <a:rect l="0" t="0" r="0" b="0"/>
            <a:pathLst>
              <a:path w="8068" h="726141">
                <a:moveTo>
                  <a:pt x="0" y="0"/>
                </a:moveTo>
                <a:lnTo>
                  <a:pt x="0" y="726141"/>
                </a:lnTo>
              </a:path>
            </a:pathLst>
          </a:custGeom>
          <a:noFill/>
          <a:ln w="12102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56990" y="2529392"/>
            <a:ext cx="873636" cy="14522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84848"/>
                </a:solidFill>
                <a:latin typeface="Roboto"/>
              </a:rPr>
              <a:t>4D材料调整握姿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39701" y="2529392"/>
            <a:ext cx="726141" cy="14522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84848"/>
                </a:solidFill>
                <a:latin typeface="Roboto"/>
              </a:rPr>
              <a:t>算法生成指令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22412" y="2529392"/>
            <a:ext cx="1452282" cy="14522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84848"/>
                </a:solidFill>
                <a:latin typeface="Roboto"/>
              </a:rPr>
              <a:t>传感器收集压力和坐标数据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56990" y="2242970"/>
            <a:ext cx="1164786" cy="19363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F64EA"/>
                </a:solidFill>
                <a:latin typeface="Roboto"/>
              </a:rPr>
              <a:t>4D材料调整握姿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39701" y="2242970"/>
            <a:ext cx="968188" cy="19363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2BD39"/>
                </a:solidFill>
                <a:latin typeface="Roboto"/>
              </a:rPr>
              <a:t>算法下达指令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535449" y="3361632"/>
            <a:ext cx="554375" cy="554288"/>
          </a:xfrm>
          <a:custGeom>
            <a:avLst/>
            <a:gdLst/>
            <a:ahLst/>
            <a:cxnLst/>
            <a:rect l="0" t="0" r="0" b="0"/>
            <a:pathLst>
              <a:path w="554375" h="554288">
                <a:moveTo>
                  <a:pt x="216891" y="313294"/>
                </a:moveTo>
                <a:lnTo>
                  <a:pt x="24098" y="313294"/>
                </a:lnTo>
                <a:lnTo>
                  <a:pt x="44847" y="188847"/>
                </a:lnTo>
                <a:cubicBezTo>
                  <a:pt x="45785" y="183203"/>
                  <a:pt x="48701" y="178077"/>
                  <a:pt x="53072" y="174386"/>
                </a:cubicBezTo>
                <a:cubicBezTo>
                  <a:pt x="57443" y="170695"/>
                  <a:pt x="62985" y="168680"/>
                  <a:pt x="68705" y="168700"/>
                </a:cubicBezTo>
                <a:lnTo>
                  <a:pt x="172477" y="168700"/>
                </a:lnTo>
                <a:cubicBezTo>
                  <a:pt x="178181" y="168702"/>
                  <a:pt x="183700" y="170729"/>
                  <a:pt x="188051" y="174418"/>
                </a:cubicBezTo>
                <a:cubicBezTo>
                  <a:pt x="192402" y="178107"/>
                  <a:pt x="195303" y="183220"/>
                  <a:pt x="196238" y="188847"/>
                </a:cubicBezTo>
                <a:close/>
                <a:moveTo>
                  <a:pt x="0" y="313297"/>
                </a:moveTo>
                <a:lnTo>
                  <a:pt x="228943" y="313297"/>
                </a:lnTo>
                <a:cubicBezTo>
                  <a:pt x="232138" y="313297"/>
                  <a:pt x="235203" y="314565"/>
                  <a:pt x="237463" y="316826"/>
                </a:cubicBezTo>
                <a:cubicBezTo>
                  <a:pt x="239722" y="319084"/>
                  <a:pt x="240992" y="322148"/>
                  <a:pt x="240992" y="325346"/>
                </a:cubicBezTo>
                <a:lnTo>
                  <a:pt x="240992" y="554288"/>
                </a:lnTo>
                <a:moveTo>
                  <a:pt x="96492" y="216896"/>
                </a:moveTo>
                <a:lnTo>
                  <a:pt x="144690" y="216896"/>
                </a:lnTo>
                <a:moveTo>
                  <a:pt x="120592" y="168701"/>
                </a:moveTo>
                <a:lnTo>
                  <a:pt x="120592" y="120503"/>
                </a:lnTo>
                <a:moveTo>
                  <a:pt x="180839" y="72300"/>
                </a:moveTo>
                <a:lnTo>
                  <a:pt x="60343" y="72300"/>
                </a:lnTo>
                <a:cubicBezTo>
                  <a:pt x="53689" y="72300"/>
                  <a:pt x="48294" y="77695"/>
                  <a:pt x="48294" y="84350"/>
                </a:cubicBezTo>
                <a:lnTo>
                  <a:pt x="48294" y="108449"/>
                </a:lnTo>
                <a:cubicBezTo>
                  <a:pt x="48294" y="115104"/>
                  <a:pt x="53689" y="120499"/>
                  <a:pt x="60343" y="120499"/>
                </a:cubicBezTo>
                <a:lnTo>
                  <a:pt x="180839" y="120499"/>
                </a:lnTo>
                <a:cubicBezTo>
                  <a:pt x="187494" y="120499"/>
                  <a:pt x="192889" y="115104"/>
                  <a:pt x="192889" y="108449"/>
                </a:cubicBezTo>
                <a:lnTo>
                  <a:pt x="192889" y="84350"/>
                </a:lnTo>
                <a:cubicBezTo>
                  <a:pt x="192889" y="77695"/>
                  <a:pt x="187494" y="72300"/>
                  <a:pt x="180839" y="72300"/>
                </a:cubicBezTo>
                <a:close/>
                <a:moveTo>
                  <a:pt x="518228" y="168700"/>
                </a:moveTo>
                <a:lnTo>
                  <a:pt x="349533" y="168700"/>
                </a:lnTo>
                <a:cubicBezTo>
                  <a:pt x="329569" y="168700"/>
                  <a:pt x="313384" y="184884"/>
                  <a:pt x="313384" y="204849"/>
                </a:cubicBezTo>
                <a:lnTo>
                  <a:pt x="313384" y="518139"/>
                </a:lnTo>
                <a:cubicBezTo>
                  <a:pt x="313384" y="538103"/>
                  <a:pt x="329569" y="554286"/>
                  <a:pt x="349533" y="554286"/>
                </a:cubicBezTo>
                <a:lnTo>
                  <a:pt x="518228" y="554286"/>
                </a:lnTo>
                <a:cubicBezTo>
                  <a:pt x="538192" y="554286"/>
                  <a:pt x="554375" y="538103"/>
                  <a:pt x="554375" y="518139"/>
                </a:cubicBezTo>
                <a:lnTo>
                  <a:pt x="554375" y="204849"/>
                </a:lnTo>
                <a:cubicBezTo>
                  <a:pt x="554375" y="184884"/>
                  <a:pt x="538192" y="168700"/>
                  <a:pt x="518228" y="168700"/>
                </a:cubicBezTo>
                <a:close/>
                <a:moveTo>
                  <a:pt x="554375" y="457891"/>
                </a:moveTo>
                <a:lnTo>
                  <a:pt x="313384" y="457891"/>
                </a:lnTo>
                <a:moveTo>
                  <a:pt x="518134" y="34108"/>
                </a:moveTo>
                <a:cubicBezTo>
                  <a:pt x="490853" y="12039"/>
                  <a:pt x="456826" y="0"/>
                  <a:pt x="421736" y="0"/>
                </a:cubicBezTo>
                <a:cubicBezTo>
                  <a:pt x="386646" y="0"/>
                  <a:pt x="352620" y="12039"/>
                  <a:pt x="325338" y="34108"/>
                </a:cubicBezTo>
                <a:moveTo>
                  <a:pt x="365608" y="92184"/>
                </a:moveTo>
                <a:cubicBezTo>
                  <a:pt x="381522" y="79319"/>
                  <a:pt x="401368" y="72300"/>
                  <a:pt x="421830" y="72300"/>
                </a:cubicBezTo>
                <a:cubicBezTo>
                  <a:pt x="442296" y="72300"/>
                  <a:pt x="462141" y="79319"/>
                  <a:pt x="478056" y="92184"/>
                </a:cubicBezTo>
                <a:moveTo>
                  <a:pt x="433880" y="512105"/>
                </a:moveTo>
                <a:cubicBezTo>
                  <a:pt x="430554" y="512105"/>
                  <a:pt x="427855" y="509408"/>
                  <a:pt x="427855" y="506080"/>
                </a:cubicBezTo>
                <a:cubicBezTo>
                  <a:pt x="427855" y="502752"/>
                  <a:pt x="430554" y="500055"/>
                  <a:pt x="433880" y="500055"/>
                </a:cubicBezTo>
                <a:moveTo>
                  <a:pt x="433880" y="500055"/>
                </a:moveTo>
                <a:cubicBezTo>
                  <a:pt x="437208" y="500055"/>
                  <a:pt x="439904" y="502752"/>
                  <a:pt x="439904" y="506080"/>
                </a:cubicBezTo>
                <a:cubicBezTo>
                  <a:pt x="439904" y="509408"/>
                  <a:pt x="437208" y="512105"/>
                  <a:pt x="433880" y="512105"/>
                </a:cubicBezTo>
                <a:moveTo>
                  <a:pt x="478721" y="231746"/>
                </a:moveTo>
                <a:lnTo>
                  <a:pt x="478721" y="276588"/>
                </a:lnTo>
                <a:cubicBezTo>
                  <a:pt x="478721" y="282474"/>
                  <a:pt x="477562" y="288305"/>
                  <a:pt x="475308" y="293747"/>
                </a:cubicBezTo>
                <a:cubicBezTo>
                  <a:pt x="473055" y="299188"/>
                  <a:pt x="469751" y="304130"/>
                  <a:pt x="465588" y="308294"/>
                </a:cubicBezTo>
                <a:cubicBezTo>
                  <a:pt x="461425" y="312457"/>
                  <a:pt x="456480" y="315761"/>
                  <a:pt x="451041" y="318014"/>
                </a:cubicBezTo>
                <a:cubicBezTo>
                  <a:pt x="445599" y="320268"/>
                  <a:pt x="439769" y="321427"/>
                  <a:pt x="433880" y="321427"/>
                </a:cubicBezTo>
                <a:cubicBezTo>
                  <a:pt x="427993" y="321427"/>
                  <a:pt x="422162" y="320268"/>
                  <a:pt x="416721" y="318014"/>
                </a:cubicBezTo>
                <a:cubicBezTo>
                  <a:pt x="411280" y="315761"/>
                  <a:pt x="406337" y="312457"/>
                  <a:pt x="402174" y="308294"/>
                </a:cubicBezTo>
                <a:cubicBezTo>
                  <a:pt x="398011" y="304130"/>
                  <a:pt x="394707" y="299188"/>
                  <a:pt x="392453" y="293747"/>
                </a:cubicBezTo>
                <a:cubicBezTo>
                  <a:pt x="390200" y="288305"/>
                  <a:pt x="389040" y="282474"/>
                  <a:pt x="389040" y="276588"/>
                </a:cubicBezTo>
                <a:lnTo>
                  <a:pt x="389040" y="231746"/>
                </a:lnTo>
                <a:moveTo>
                  <a:pt x="433882" y="408288"/>
                </a:moveTo>
                <a:lnTo>
                  <a:pt x="433882" y="321432"/>
                </a:lnTo>
                <a:moveTo>
                  <a:pt x="478721" y="370020"/>
                </a:moveTo>
                <a:lnTo>
                  <a:pt x="389040" y="370020"/>
                </a:lnTo>
              </a:path>
            </a:pathLst>
          </a:custGeom>
          <a:noFill/>
          <a:ln w="12102">
            <a:solidFill>
              <a:srgbClr val="4E88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2790927" y="3352006"/>
            <a:ext cx="556738" cy="561879"/>
          </a:xfrm>
          <a:custGeom>
            <a:avLst/>
            <a:gdLst/>
            <a:ahLst/>
            <a:cxnLst/>
            <a:rect l="0" t="0" r="0" b="0"/>
            <a:pathLst>
              <a:path w="556738" h="561879">
                <a:moveTo>
                  <a:pt x="466352" y="561879"/>
                </a:moveTo>
                <a:lnTo>
                  <a:pt x="466352" y="403725"/>
                </a:lnTo>
                <a:moveTo>
                  <a:pt x="434716" y="403725"/>
                </a:moveTo>
                <a:lnTo>
                  <a:pt x="497987" y="403725"/>
                </a:lnTo>
                <a:moveTo>
                  <a:pt x="434716" y="561879"/>
                </a:moveTo>
                <a:lnTo>
                  <a:pt x="497987" y="561879"/>
                </a:lnTo>
                <a:moveTo>
                  <a:pt x="257029" y="561879"/>
                </a:moveTo>
                <a:lnTo>
                  <a:pt x="257029" y="498608"/>
                </a:lnTo>
                <a:moveTo>
                  <a:pt x="257029" y="498608"/>
                </a:moveTo>
                <a:lnTo>
                  <a:pt x="304495" y="498608"/>
                </a:lnTo>
                <a:cubicBezTo>
                  <a:pt x="330693" y="498604"/>
                  <a:pt x="351929" y="477365"/>
                  <a:pt x="351929" y="451167"/>
                </a:cubicBezTo>
                <a:cubicBezTo>
                  <a:pt x="351929" y="424968"/>
                  <a:pt x="330693" y="403729"/>
                  <a:pt x="304495" y="403725"/>
                </a:cubicBezTo>
                <a:lnTo>
                  <a:pt x="257029" y="403725"/>
                </a:lnTo>
                <a:close/>
                <a:moveTo>
                  <a:pt x="47707" y="561879"/>
                </a:moveTo>
                <a:lnTo>
                  <a:pt x="65570" y="442816"/>
                </a:lnTo>
                <a:cubicBezTo>
                  <a:pt x="69149" y="420515"/>
                  <a:pt x="88392" y="404114"/>
                  <a:pt x="110978" y="404114"/>
                </a:cubicBezTo>
                <a:cubicBezTo>
                  <a:pt x="133564" y="404114"/>
                  <a:pt x="152808" y="420515"/>
                  <a:pt x="156386" y="442816"/>
                </a:cubicBezTo>
                <a:lnTo>
                  <a:pt x="174273" y="561879"/>
                </a:lnTo>
                <a:moveTo>
                  <a:pt x="165947" y="506523"/>
                </a:moveTo>
                <a:lnTo>
                  <a:pt x="56009" y="506523"/>
                </a:lnTo>
                <a:moveTo>
                  <a:pt x="556708" y="229500"/>
                </a:moveTo>
                <a:cubicBezTo>
                  <a:pt x="556738" y="196650"/>
                  <a:pt x="543386" y="165204"/>
                  <a:pt x="519730" y="142411"/>
                </a:cubicBezTo>
                <a:cubicBezTo>
                  <a:pt x="496074" y="119618"/>
                  <a:pt x="464154" y="107443"/>
                  <a:pt x="431327" y="108694"/>
                </a:cubicBezTo>
                <a:cubicBezTo>
                  <a:pt x="398369" y="38711"/>
                  <a:pt x="322139" y="0"/>
                  <a:pt x="246188" y="14676"/>
                </a:cubicBezTo>
                <a:cubicBezTo>
                  <a:pt x="170238" y="29352"/>
                  <a:pt x="113918" y="93677"/>
                  <a:pt x="109405" y="170900"/>
                </a:cubicBezTo>
                <a:cubicBezTo>
                  <a:pt x="82642" y="165295"/>
                  <a:pt x="54778" y="172049"/>
                  <a:pt x="33553" y="189288"/>
                </a:cubicBezTo>
                <a:cubicBezTo>
                  <a:pt x="12328" y="206526"/>
                  <a:pt x="2" y="232412"/>
                  <a:pt x="0" y="259756"/>
                </a:cubicBezTo>
                <a:cubicBezTo>
                  <a:pt x="0" y="351976"/>
                  <a:pt x="96818" y="350524"/>
                  <a:pt x="96818" y="350524"/>
                </a:cubicBezTo>
                <a:lnTo>
                  <a:pt x="447787" y="350524"/>
                </a:lnTo>
                <a:cubicBezTo>
                  <a:pt x="447787" y="350524"/>
                  <a:pt x="556708" y="336340"/>
                  <a:pt x="556708" y="229500"/>
                </a:cubicBezTo>
                <a:close/>
              </a:path>
            </a:pathLst>
          </a:custGeom>
          <a:noFill/>
          <a:ln w="12102">
            <a:solidFill>
              <a:srgbClr val="3CC5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057624" y="3360421"/>
            <a:ext cx="544605" cy="556708"/>
          </a:xfrm>
          <a:custGeom>
            <a:avLst/>
            <a:gdLst/>
            <a:ahLst/>
            <a:cxnLst/>
            <a:rect l="0" t="0" r="0" b="0"/>
            <a:pathLst>
              <a:path w="544605" h="556708">
                <a:moveTo>
                  <a:pt x="285276" y="530785"/>
                </a:moveTo>
                <a:cubicBezTo>
                  <a:pt x="285263" y="545105"/>
                  <a:pt x="273650" y="556708"/>
                  <a:pt x="259329" y="556708"/>
                </a:cubicBezTo>
                <a:lnTo>
                  <a:pt x="25923" y="556708"/>
                </a:lnTo>
                <a:cubicBezTo>
                  <a:pt x="11611" y="556694"/>
                  <a:pt x="13" y="545096"/>
                  <a:pt x="0" y="530785"/>
                </a:cubicBezTo>
                <a:lnTo>
                  <a:pt x="0" y="465940"/>
                </a:lnTo>
                <a:cubicBezTo>
                  <a:pt x="0" y="387163"/>
                  <a:pt x="63861" y="323302"/>
                  <a:pt x="142638" y="323302"/>
                </a:cubicBezTo>
                <a:cubicBezTo>
                  <a:pt x="221415" y="323302"/>
                  <a:pt x="285276" y="387163"/>
                  <a:pt x="285276" y="465940"/>
                </a:cubicBezTo>
                <a:close/>
                <a:moveTo>
                  <a:pt x="88177" y="411480"/>
                </a:moveTo>
                <a:cubicBezTo>
                  <a:pt x="88177" y="414821"/>
                  <a:pt x="90886" y="417531"/>
                  <a:pt x="94228" y="417531"/>
                </a:cubicBezTo>
                <a:cubicBezTo>
                  <a:pt x="97570" y="417531"/>
                  <a:pt x="100280" y="414821"/>
                  <a:pt x="100280" y="411480"/>
                </a:cubicBezTo>
                <a:cubicBezTo>
                  <a:pt x="100280" y="408138"/>
                  <a:pt x="97570" y="405428"/>
                  <a:pt x="94228" y="405428"/>
                </a:cubicBezTo>
                <a:cubicBezTo>
                  <a:pt x="90886" y="405428"/>
                  <a:pt x="88177" y="408138"/>
                  <a:pt x="88177" y="411480"/>
                </a:cubicBezTo>
                <a:moveTo>
                  <a:pt x="184996" y="411334"/>
                </a:moveTo>
                <a:cubicBezTo>
                  <a:pt x="184996" y="414676"/>
                  <a:pt x="187705" y="417385"/>
                  <a:pt x="191047" y="417385"/>
                </a:cubicBezTo>
                <a:cubicBezTo>
                  <a:pt x="194389" y="417385"/>
                  <a:pt x="197098" y="414676"/>
                  <a:pt x="197098" y="411334"/>
                </a:cubicBezTo>
                <a:cubicBezTo>
                  <a:pt x="197098" y="407992"/>
                  <a:pt x="194389" y="405283"/>
                  <a:pt x="191047" y="405283"/>
                </a:cubicBezTo>
                <a:cubicBezTo>
                  <a:pt x="187705" y="405283"/>
                  <a:pt x="184996" y="407992"/>
                  <a:pt x="184996" y="411334"/>
                </a:cubicBezTo>
                <a:moveTo>
                  <a:pt x="142638" y="323302"/>
                </a:moveTo>
                <a:lnTo>
                  <a:pt x="142638" y="271431"/>
                </a:lnTo>
                <a:moveTo>
                  <a:pt x="103741" y="232534"/>
                </a:moveTo>
                <a:cubicBezTo>
                  <a:pt x="103741" y="254016"/>
                  <a:pt x="121156" y="271431"/>
                  <a:pt x="142638" y="271431"/>
                </a:cubicBezTo>
                <a:cubicBezTo>
                  <a:pt x="164120" y="271431"/>
                  <a:pt x="181535" y="254016"/>
                  <a:pt x="181535" y="232534"/>
                </a:cubicBezTo>
                <a:cubicBezTo>
                  <a:pt x="181535" y="211052"/>
                  <a:pt x="164120" y="193637"/>
                  <a:pt x="142638" y="193637"/>
                </a:cubicBezTo>
                <a:cubicBezTo>
                  <a:pt x="121156" y="193637"/>
                  <a:pt x="103741" y="211052"/>
                  <a:pt x="103741" y="232534"/>
                </a:cubicBezTo>
                <a:moveTo>
                  <a:pt x="0" y="491718"/>
                </a:moveTo>
                <a:lnTo>
                  <a:pt x="285276" y="491718"/>
                </a:lnTo>
                <a:moveTo>
                  <a:pt x="447787" y="12102"/>
                </a:moveTo>
                <a:lnTo>
                  <a:pt x="544605" y="108921"/>
                </a:lnTo>
                <a:lnTo>
                  <a:pt x="447787" y="205740"/>
                </a:lnTo>
                <a:moveTo>
                  <a:pt x="254149" y="12102"/>
                </a:moveTo>
                <a:lnTo>
                  <a:pt x="157330" y="108921"/>
                </a:lnTo>
                <a:lnTo>
                  <a:pt x="254149" y="205740"/>
                </a:lnTo>
                <a:moveTo>
                  <a:pt x="375172" y="0"/>
                </a:moveTo>
                <a:lnTo>
                  <a:pt x="326763" y="217842"/>
                </a:lnTo>
              </a:path>
            </a:pathLst>
          </a:custGeom>
          <a:noFill/>
          <a:ln w="12102">
            <a:solidFill>
              <a:srgbClr val="92BD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5310217" y="3365939"/>
            <a:ext cx="556659" cy="545646"/>
          </a:xfrm>
          <a:custGeom>
            <a:avLst/>
            <a:gdLst/>
            <a:ahLst/>
            <a:cxnLst/>
            <a:rect l="0" t="0" r="0" b="0"/>
            <a:pathLst>
              <a:path w="556659" h="545646">
                <a:moveTo>
                  <a:pt x="322914" y="0"/>
                </a:moveTo>
                <a:lnTo>
                  <a:pt x="364740" y="188603"/>
                </a:lnTo>
                <a:moveTo>
                  <a:pt x="266881" y="400757"/>
                </a:moveTo>
                <a:cubicBezTo>
                  <a:pt x="266881" y="480777"/>
                  <a:pt x="331750" y="545646"/>
                  <a:pt x="411770" y="545646"/>
                </a:cubicBezTo>
                <a:cubicBezTo>
                  <a:pt x="491790" y="545646"/>
                  <a:pt x="556659" y="480777"/>
                  <a:pt x="556659" y="400757"/>
                </a:cubicBezTo>
                <a:cubicBezTo>
                  <a:pt x="556659" y="320737"/>
                  <a:pt x="491790" y="255867"/>
                  <a:pt x="411770" y="255867"/>
                </a:cubicBezTo>
                <a:cubicBezTo>
                  <a:pt x="331750" y="255867"/>
                  <a:pt x="266881" y="320737"/>
                  <a:pt x="266881" y="400757"/>
                </a:cubicBezTo>
                <a:close/>
                <a:moveTo>
                  <a:pt x="230114" y="474049"/>
                </a:moveTo>
                <a:cubicBezTo>
                  <a:pt x="144466" y="457171"/>
                  <a:pt x="64964" y="417482"/>
                  <a:pt x="0" y="359173"/>
                </a:cubicBezTo>
                <a:moveTo>
                  <a:pt x="69467" y="307448"/>
                </a:moveTo>
                <a:cubicBezTo>
                  <a:pt x="63674" y="302607"/>
                  <a:pt x="58026" y="297693"/>
                  <a:pt x="52524" y="292707"/>
                </a:cubicBezTo>
                <a:moveTo>
                  <a:pt x="222925" y="385750"/>
                </a:moveTo>
                <a:cubicBezTo>
                  <a:pt x="186261" y="376246"/>
                  <a:pt x="151136" y="361576"/>
                  <a:pt x="118603" y="342181"/>
                </a:cubicBezTo>
                <a:moveTo>
                  <a:pt x="240013" y="302825"/>
                </a:moveTo>
                <a:cubicBezTo>
                  <a:pt x="206266" y="293536"/>
                  <a:pt x="174299" y="278698"/>
                  <a:pt x="145421" y="258917"/>
                </a:cubicBezTo>
                <a:moveTo>
                  <a:pt x="336372" y="223966"/>
                </a:moveTo>
                <a:cubicBezTo>
                  <a:pt x="336372" y="243964"/>
                  <a:pt x="352584" y="260176"/>
                  <a:pt x="372583" y="260176"/>
                </a:cubicBezTo>
                <a:cubicBezTo>
                  <a:pt x="392581" y="260176"/>
                  <a:pt x="408793" y="243964"/>
                  <a:pt x="408793" y="223966"/>
                </a:cubicBezTo>
                <a:cubicBezTo>
                  <a:pt x="408793" y="203967"/>
                  <a:pt x="392581" y="187755"/>
                  <a:pt x="372583" y="187755"/>
                </a:cubicBezTo>
                <a:cubicBezTo>
                  <a:pt x="352584" y="187755"/>
                  <a:pt x="336372" y="203967"/>
                  <a:pt x="336372" y="223966"/>
                </a:cubicBezTo>
                <a:close/>
              </a:path>
            </a:pathLst>
          </a:custGeom>
          <a:noFill/>
          <a:ln w="12102">
            <a:solidFill>
              <a:srgbClr val="1EAB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568693" y="3360542"/>
            <a:ext cx="314661" cy="556708"/>
          </a:xfrm>
          <a:custGeom>
            <a:avLst/>
            <a:gdLst/>
            <a:ahLst/>
            <a:cxnLst/>
            <a:rect l="0" t="0" r="0" b="0"/>
            <a:pathLst>
              <a:path w="314661" h="556708">
                <a:moveTo>
                  <a:pt x="242047" y="60511"/>
                </a:moveTo>
                <a:lnTo>
                  <a:pt x="242047" y="145228"/>
                </a:lnTo>
                <a:moveTo>
                  <a:pt x="181535" y="108921"/>
                </a:moveTo>
                <a:lnTo>
                  <a:pt x="242047" y="60511"/>
                </a:lnTo>
                <a:lnTo>
                  <a:pt x="302558" y="108921"/>
                </a:lnTo>
                <a:moveTo>
                  <a:pt x="242047" y="496196"/>
                </a:moveTo>
                <a:lnTo>
                  <a:pt x="242047" y="411479"/>
                </a:lnTo>
                <a:moveTo>
                  <a:pt x="181535" y="447787"/>
                </a:moveTo>
                <a:lnTo>
                  <a:pt x="242047" y="496196"/>
                </a:lnTo>
                <a:lnTo>
                  <a:pt x="302558" y="447787"/>
                </a:lnTo>
                <a:moveTo>
                  <a:pt x="302558" y="508298"/>
                </a:moveTo>
                <a:lnTo>
                  <a:pt x="242047" y="556708"/>
                </a:lnTo>
                <a:lnTo>
                  <a:pt x="181535" y="508298"/>
                </a:lnTo>
                <a:moveTo>
                  <a:pt x="302558" y="48409"/>
                </a:moveTo>
                <a:lnTo>
                  <a:pt x="242047" y="0"/>
                </a:lnTo>
                <a:lnTo>
                  <a:pt x="181535" y="48409"/>
                </a:lnTo>
                <a:moveTo>
                  <a:pt x="0" y="193637"/>
                </a:moveTo>
                <a:lnTo>
                  <a:pt x="229944" y="193637"/>
                </a:lnTo>
                <a:cubicBezTo>
                  <a:pt x="276732" y="193637"/>
                  <a:pt x="314661" y="231566"/>
                  <a:pt x="314661" y="278354"/>
                </a:cubicBezTo>
                <a:cubicBezTo>
                  <a:pt x="314661" y="325141"/>
                  <a:pt x="276732" y="363070"/>
                  <a:pt x="229944" y="363070"/>
                </a:cubicBezTo>
                <a:lnTo>
                  <a:pt x="0" y="363070"/>
                </a:lnTo>
                <a:moveTo>
                  <a:pt x="229944" y="314661"/>
                </a:moveTo>
                <a:cubicBezTo>
                  <a:pt x="249996" y="314661"/>
                  <a:pt x="266251" y="298405"/>
                  <a:pt x="266251" y="278354"/>
                </a:cubicBezTo>
                <a:cubicBezTo>
                  <a:pt x="266251" y="258302"/>
                  <a:pt x="249996" y="242047"/>
                  <a:pt x="229944" y="242047"/>
                </a:cubicBezTo>
                <a:lnTo>
                  <a:pt x="193637" y="242047"/>
                </a:lnTo>
                <a:lnTo>
                  <a:pt x="193637" y="314661"/>
                </a:lnTo>
                <a:close/>
              </a:path>
            </a:pathLst>
          </a:custGeom>
          <a:noFill/>
          <a:ln w="12102">
            <a:solidFill>
              <a:srgbClr val="7F64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22412" y="2049332"/>
            <a:ext cx="1452282" cy="3872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E88E7"/>
                </a:solidFill>
                <a:latin typeface="Roboto"/>
              </a:rPr>
              <a:t>传感器捕捉压力与坐
标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60494" y="1569272"/>
            <a:ext cx="1210235" cy="24204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484848"/>
                </a:solidFill>
                <a:latin typeface="Roboto"/>
              </a:rPr>
              <a:t>墨脉项目逻辑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421409" y="4711850"/>
            <a:ext cx="1440115" cy="19363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3CC583"/>
                </a:solidFill>
                <a:latin typeface="Roboto"/>
              </a:rPr>
              <a:t>AI模型对比碑帖数据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49244" y="4711850"/>
            <a:ext cx="1129552" cy="19363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1EABDA"/>
                </a:solidFill>
                <a:latin typeface="Roboto"/>
              </a:rPr>
              <a:t>舵机产生反馈力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18343" y="4998272"/>
            <a:ext cx="1443141" cy="29045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84848"/>
                </a:solidFill>
                <a:latin typeface="Roboto"/>
              </a:rPr>
              <a:t>AI模型将数据与碑帖数据进
行比较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31633" y="4998272"/>
            <a:ext cx="847164" cy="14522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84848"/>
                </a:solidFill>
                <a:latin typeface="Roboto"/>
              </a:rPr>
              <a:t>舵机提供反馈力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